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sldIdLst>
    <p:sldId id="263" r:id="rId3"/>
    <p:sldId id="278" r:id="rId4"/>
    <p:sldId id="280" r:id="rId5"/>
    <p:sldId id="279" r:id="rId6"/>
    <p:sldId id="282" r:id="rId7"/>
    <p:sldId id="261" r:id="rId8"/>
    <p:sldId id="262" r:id="rId9"/>
    <p:sldId id="290" r:id="rId10"/>
    <p:sldId id="258" r:id="rId11"/>
    <p:sldId id="259" r:id="rId12"/>
    <p:sldId id="267" r:id="rId13"/>
    <p:sldId id="270" r:id="rId14"/>
    <p:sldId id="269" r:id="rId15"/>
    <p:sldId id="287" r:id="rId16"/>
    <p:sldId id="288" r:id="rId17"/>
    <p:sldId id="289" r:id="rId18"/>
    <p:sldId id="283" r:id="rId19"/>
    <p:sldId id="284" r:id="rId20"/>
    <p:sldId id="28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EB1ABE07-A99F-49F3-BF1B-4C6723CB1565}">
          <p14:sldIdLst>
            <p14:sldId id="263"/>
            <p14:sldId id="278"/>
            <p14:sldId id="280"/>
            <p14:sldId id="279"/>
            <p14:sldId id="282"/>
            <p14:sldId id="261"/>
            <p14:sldId id="262"/>
            <p14:sldId id="290"/>
            <p14:sldId id="258"/>
            <p14:sldId id="259"/>
            <p14:sldId id="267"/>
            <p14:sldId id="270"/>
            <p14:sldId id="269"/>
            <p14:sldId id="287"/>
            <p14:sldId id="288"/>
            <p14:sldId id="289"/>
            <p14:sldId id="283"/>
            <p14:sldId id="284"/>
            <p14:sldId id="28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68" d="100"/>
          <a:sy n="68" d="100"/>
        </p:scale>
        <p:origin x="580"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seela K T" userId="3d28eb2928cf7789" providerId="LiveId" clId="{8C40D73E-C4BE-4CE4-8D0D-C8D1D1FE1BA2}"/>
    <pc:docChg chg="undo custSel addSld delSld modSld modSection">
      <pc:chgData name="Naseela K T" userId="3d28eb2928cf7789" providerId="LiveId" clId="{8C40D73E-C4BE-4CE4-8D0D-C8D1D1FE1BA2}" dt="2021-07-30T02:01:40.662" v="2894" actId="14100"/>
      <pc:docMkLst>
        <pc:docMk/>
      </pc:docMkLst>
      <pc:sldChg chg="modSp mod">
        <pc:chgData name="Naseela K T" userId="3d28eb2928cf7789" providerId="LiveId" clId="{8C40D73E-C4BE-4CE4-8D0D-C8D1D1FE1BA2}" dt="2021-07-30T00:39:08.490" v="1396" actId="255"/>
        <pc:sldMkLst>
          <pc:docMk/>
          <pc:sldMk cId="0" sldId="258"/>
        </pc:sldMkLst>
        <pc:spChg chg="mod">
          <ac:chgData name="Naseela K T" userId="3d28eb2928cf7789" providerId="LiveId" clId="{8C40D73E-C4BE-4CE4-8D0D-C8D1D1FE1BA2}" dt="2021-07-30T00:39:08.490" v="1396" actId="255"/>
          <ac:spMkLst>
            <pc:docMk/>
            <pc:sldMk cId="0" sldId="258"/>
            <ac:spMk id="3" creationId="{00000000-0000-0000-0000-000000000000}"/>
          </ac:spMkLst>
        </pc:spChg>
      </pc:sldChg>
      <pc:sldChg chg="modSp mod">
        <pc:chgData name="Naseela K T" userId="3d28eb2928cf7789" providerId="LiveId" clId="{8C40D73E-C4BE-4CE4-8D0D-C8D1D1FE1BA2}" dt="2021-07-30T01:00:15.014" v="1669" actId="20577"/>
        <pc:sldMkLst>
          <pc:docMk/>
          <pc:sldMk cId="0" sldId="259"/>
        </pc:sldMkLst>
        <pc:spChg chg="mod">
          <ac:chgData name="Naseela K T" userId="3d28eb2928cf7789" providerId="LiveId" clId="{8C40D73E-C4BE-4CE4-8D0D-C8D1D1FE1BA2}" dt="2021-07-30T01:00:15.014" v="1669" actId="20577"/>
          <ac:spMkLst>
            <pc:docMk/>
            <pc:sldMk cId="0" sldId="259"/>
            <ac:spMk id="2" creationId="{00000000-0000-0000-0000-000000000000}"/>
          </ac:spMkLst>
        </pc:spChg>
        <pc:spChg chg="mod">
          <ac:chgData name="Naseela K T" userId="3d28eb2928cf7789" providerId="LiveId" clId="{8C40D73E-C4BE-4CE4-8D0D-C8D1D1FE1BA2}" dt="2021-07-30T00:43:29.604" v="1462" actId="20577"/>
          <ac:spMkLst>
            <pc:docMk/>
            <pc:sldMk cId="0" sldId="259"/>
            <ac:spMk id="3" creationId="{00000000-0000-0000-0000-000000000000}"/>
          </ac:spMkLst>
        </pc:spChg>
      </pc:sldChg>
      <pc:sldChg chg="del">
        <pc:chgData name="Naseela K T" userId="3d28eb2928cf7789" providerId="LiveId" clId="{8C40D73E-C4BE-4CE4-8D0D-C8D1D1FE1BA2}" dt="2021-07-30T00:43:18.972" v="1448" actId="2696"/>
        <pc:sldMkLst>
          <pc:docMk/>
          <pc:sldMk cId="0" sldId="260"/>
        </pc:sldMkLst>
      </pc:sldChg>
      <pc:sldChg chg="modSp mod">
        <pc:chgData name="Naseela K T" userId="3d28eb2928cf7789" providerId="LiveId" clId="{8C40D73E-C4BE-4CE4-8D0D-C8D1D1FE1BA2}" dt="2021-07-30T01:39:54.247" v="2521" actId="255"/>
        <pc:sldMkLst>
          <pc:docMk/>
          <pc:sldMk cId="0" sldId="261"/>
        </pc:sldMkLst>
        <pc:spChg chg="mod">
          <ac:chgData name="Naseela K T" userId="3d28eb2928cf7789" providerId="LiveId" clId="{8C40D73E-C4BE-4CE4-8D0D-C8D1D1FE1BA2}" dt="2021-07-30T01:39:54.247" v="2521" actId="255"/>
          <ac:spMkLst>
            <pc:docMk/>
            <pc:sldMk cId="0" sldId="261"/>
            <ac:spMk id="2" creationId="{00000000-0000-0000-0000-000000000000}"/>
          </ac:spMkLst>
        </pc:spChg>
        <pc:spChg chg="mod">
          <ac:chgData name="Naseela K T" userId="3d28eb2928cf7789" providerId="LiveId" clId="{8C40D73E-C4BE-4CE4-8D0D-C8D1D1FE1BA2}" dt="2021-07-30T01:39:45.177" v="2519" actId="12"/>
          <ac:spMkLst>
            <pc:docMk/>
            <pc:sldMk cId="0" sldId="261"/>
            <ac:spMk id="3" creationId="{00000000-0000-0000-0000-000000000000}"/>
          </ac:spMkLst>
        </pc:spChg>
      </pc:sldChg>
      <pc:sldChg chg="del">
        <pc:chgData name="Naseela K T" userId="3d28eb2928cf7789" providerId="LiveId" clId="{8C40D73E-C4BE-4CE4-8D0D-C8D1D1FE1BA2}" dt="2021-07-30T01:00:46.296" v="1670" actId="2696"/>
        <pc:sldMkLst>
          <pc:docMk/>
          <pc:sldMk cId="2997262235" sldId="264"/>
        </pc:sldMkLst>
      </pc:sldChg>
      <pc:sldChg chg="del">
        <pc:chgData name="Naseela K T" userId="3d28eb2928cf7789" providerId="LiveId" clId="{8C40D73E-C4BE-4CE4-8D0D-C8D1D1FE1BA2}" dt="2021-07-30T00:45:34.681" v="1466" actId="2696"/>
        <pc:sldMkLst>
          <pc:docMk/>
          <pc:sldMk cId="1831568874" sldId="265"/>
        </pc:sldMkLst>
      </pc:sldChg>
      <pc:sldChg chg="modSp mod">
        <pc:chgData name="Naseela K T" userId="3d28eb2928cf7789" providerId="LiveId" clId="{8C40D73E-C4BE-4CE4-8D0D-C8D1D1FE1BA2}" dt="2021-07-30T00:44:04.892" v="1465" actId="14100"/>
        <pc:sldMkLst>
          <pc:docMk/>
          <pc:sldMk cId="88939547" sldId="267"/>
        </pc:sldMkLst>
        <pc:spChg chg="mod">
          <ac:chgData name="Naseela K T" userId="3d28eb2928cf7789" providerId="LiveId" clId="{8C40D73E-C4BE-4CE4-8D0D-C8D1D1FE1BA2}" dt="2021-07-30T00:44:04.892" v="1465" actId="14100"/>
          <ac:spMkLst>
            <pc:docMk/>
            <pc:sldMk cId="88939547" sldId="267"/>
            <ac:spMk id="2" creationId="{4A3C39E8-C93B-46E3-B55E-7DB84C3891EC}"/>
          </ac:spMkLst>
        </pc:spChg>
        <pc:spChg chg="mod">
          <ac:chgData name="Naseela K T" userId="3d28eb2928cf7789" providerId="LiveId" clId="{8C40D73E-C4BE-4CE4-8D0D-C8D1D1FE1BA2}" dt="2021-07-30T00:43:49.285" v="1464" actId="27636"/>
          <ac:spMkLst>
            <pc:docMk/>
            <pc:sldMk cId="88939547" sldId="267"/>
            <ac:spMk id="3" creationId="{72F490F7-2A8D-4A50-8FEC-9A6389EDBDCD}"/>
          </ac:spMkLst>
        </pc:spChg>
      </pc:sldChg>
      <pc:sldChg chg="del">
        <pc:chgData name="Naseela K T" userId="3d28eb2928cf7789" providerId="LiveId" clId="{8C40D73E-C4BE-4CE4-8D0D-C8D1D1FE1BA2}" dt="2021-07-30T00:21:17.100" v="1097" actId="2696"/>
        <pc:sldMkLst>
          <pc:docMk/>
          <pc:sldMk cId="1814076133" sldId="269"/>
        </pc:sldMkLst>
      </pc:sldChg>
      <pc:sldChg chg="modSp mod">
        <pc:chgData name="Naseela K T" userId="3d28eb2928cf7789" providerId="LiveId" clId="{8C40D73E-C4BE-4CE4-8D0D-C8D1D1FE1BA2}" dt="2021-07-30T01:39:14.560" v="2518" actId="6549"/>
        <pc:sldMkLst>
          <pc:docMk/>
          <pc:sldMk cId="4273801168" sldId="269"/>
        </pc:sldMkLst>
        <pc:spChg chg="mod">
          <ac:chgData name="Naseela K T" userId="3d28eb2928cf7789" providerId="LiveId" clId="{8C40D73E-C4BE-4CE4-8D0D-C8D1D1FE1BA2}" dt="2021-07-30T01:39:14.560" v="2518" actId="6549"/>
          <ac:spMkLst>
            <pc:docMk/>
            <pc:sldMk cId="4273801168" sldId="269"/>
            <ac:spMk id="3" creationId="{0914B4A8-B847-4C4B-AB23-27487C8CABD0}"/>
          </ac:spMkLst>
        </pc:spChg>
      </pc:sldChg>
      <pc:sldChg chg="modSp mod">
        <pc:chgData name="Naseela K T" userId="3d28eb2928cf7789" providerId="LiveId" clId="{8C40D73E-C4BE-4CE4-8D0D-C8D1D1FE1BA2}" dt="2021-07-30T00:59:24.275" v="1666" actId="114"/>
        <pc:sldMkLst>
          <pc:docMk/>
          <pc:sldMk cId="1694366986" sldId="270"/>
        </pc:sldMkLst>
        <pc:spChg chg="mod">
          <ac:chgData name="Naseela K T" userId="3d28eb2928cf7789" providerId="LiveId" clId="{8C40D73E-C4BE-4CE4-8D0D-C8D1D1FE1BA2}" dt="2021-07-30T00:54:25.174" v="1485" actId="14100"/>
          <ac:spMkLst>
            <pc:docMk/>
            <pc:sldMk cId="1694366986" sldId="270"/>
            <ac:spMk id="2" creationId="{7F9E90DB-2CA8-42B2-B8E3-5BD645BE20A9}"/>
          </ac:spMkLst>
        </pc:spChg>
        <pc:spChg chg="mod">
          <ac:chgData name="Naseela K T" userId="3d28eb2928cf7789" providerId="LiveId" clId="{8C40D73E-C4BE-4CE4-8D0D-C8D1D1FE1BA2}" dt="2021-07-30T00:59:24.275" v="1666" actId="114"/>
          <ac:spMkLst>
            <pc:docMk/>
            <pc:sldMk cId="1694366986" sldId="270"/>
            <ac:spMk id="3" creationId="{7B0ACFF0-E392-4E0D-B1FE-CE025AA12380}"/>
          </ac:spMkLst>
        </pc:spChg>
      </pc:sldChg>
      <pc:sldChg chg="del">
        <pc:chgData name="Naseela K T" userId="3d28eb2928cf7789" providerId="LiveId" clId="{8C40D73E-C4BE-4CE4-8D0D-C8D1D1FE1BA2}" dt="2021-07-30T00:59:43.505" v="1667" actId="2696"/>
        <pc:sldMkLst>
          <pc:docMk/>
          <pc:sldMk cId="2916946722" sldId="271"/>
        </pc:sldMkLst>
      </pc:sldChg>
      <pc:sldChg chg="modSp mod">
        <pc:chgData name="Naseela K T" userId="3d28eb2928cf7789" providerId="LiveId" clId="{8C40D73E-C4BE-4CE4-8D0D-C8D1D1FE1BA2}" dt="2021-07-29T16:28:20.507" v="412" actId="114"/>
        <pc:sldMkLst>
          <pc:docMk/>
          <pc:sldMk cId="0" sldId="278"/>
        </pc:sldMkLst>
        <pc:spChg chg="mod">
          <ac:chgData name="Naseela K T" userId="3d28eb2928cf7789" providerId="LiveId" clId="{8C40D73E-C4BE-4CE4-8D0D-C8D1D1FE1BA2}" dt="2021-07-29T16:28:20.507" v="412" actId="114"/>
          <ac:spMkLst>
            <pc:docMk/>
            <pc:sldMk cId="0" sldId="278"/>
            <ac:spMk id="3" creationId="{00000000-0000-0000-0000-000000000000}"/>
          </ac:spMkLst>
        </pc:spChg>
      </pc:sldChg>
      <pc:sldChg chg="del">
        <pc:chgData name="Naseela K T" userId="3d28eb2928cf7789" providerId="LiveId" clId="{8C40D73E-C4BE-4CE4-8D0D-C8D1D1FE1BA2}" dt="2021-07-29T16:29:18.863" v="413" actId="2696"/>
        <pc:sldMkLst>
          <pc:docMk/>
          <pc:sldMk cId="3217550543" sldId="279"/>
        </pc:sldMkLst>
      </pc:sldChg>
      <pc:sldChg chg="modSp mod">
        <pc:chgData name="Naseela K T" userId="3d28eb2928cf7789" providerId="LiveId" clId="{8C40D73E-C4BE-4CE4-8D0D-C8D1D1FE1BA2}" dt="2021-07-29T17:12:42.734" v="715"/>
        <pc:sldMkLst>
          <pc:docMk/>
          <pc:sldMk cId="0" sldId="280"/>
        </pc:sldMkLst>
        <pc:spChg chg="mod">
          <ac:chgData name="Naseela K T" userId="3d28eb2928cf7789" providerId="LiveId" clId="{8C40D73E-C4BE-4CE4-8D0D-C8D1D1FE1BA2}" dt="2021-07-29T17:12:42.734" v="715"/>
          <ac:spMkLst>
            <pc:docMk/>
            <pc:sldMk cId="0" sldId="280"/>
            <ac:spMk id="3" creationId="{00000000-0000-0000-0000-000000000000}"/>
          </ac:spMkLst>
        </pc:spChg>
      </pc:sldChg>
      <pc:sldChg chg="modSp mod">
        <pc:chgData name="Naseela K T" userId="3d28eb2928cf7789" providerId="LiveId" clId="{8C40D73E-C4BE-4CE4-8D0D-C8D1D1FE1BA2}" dt="2021-07-30T00:19:33.322" v="1096" actId="12"/>
        <pc:sldMkLst>
          <pc:docMk/>
          <pc:sldMk cId="0" sldId="282"/>
        </pc:sldMkLst>
        <pc:spChg chg="mod">
          <ac:chgData name="Naseela K T" userId="3d28eb2928cf7789" providerId="LiveId" clId="{8C40D73E-C4BE-4CE4-8D0D-C8D1D1FE1BA2}" dt="2021-07-30T00:19:33.322" v="1096" actId="12"/>
          <ac:spMkLst>
            <pc:docMk/>
            <pc:sldMk cId="0" sldId="282"/>
            <ac:spMk id="3" creationId="{00000000-0000-0000-0000-000000000000}"/>
          </ac:spMkLst>
        </pc:spChg>
      </pc:sldChg>
      <pc:sldChg chg="modSp mod">
        <pc:chgData name="Naseela K T" userId="3d28eb2928cf7789" providerId="LiveId" clId="{8C40D73E-C4BE-4CE4-8D0D-C8D1D1FE1BA2}" dt="2021-07-30T01:52:08.847" v="2850" actId="20577"/>
        <pc:sldMkLst>
          <pc:docMk/>
          <pc:sldMk cId="4087960735" sldId="283"/>
        </pc:sldMkLst>
        <pc:spChg chg="mod">
          <ac:chgData name="Naseela K T" userId="3d28eb2928cf7789" providerId="LiveId" clId="{8C40D73E-C4BE-4CE4-8D0D-C8D1D1FE1BA2}" dt="2021-07-30T01:52:08.847" v="2850" actId="20577"/>
          <ac:spMkLst>
            <pc:docMk/>
            <pc:sldMk cId="4087960735" sldId="283"/>
            <ac:spMk id="3" creationId="{169E5D14-1B97-41EC-8036-87F4779D800C}"/>
          </ac:spMkLst>
        </pc:spChg>
      </pc:sldChg>
      <pc:sldChg chg="modSp mod">
        <pc:chgData name="Naseela K T" userId="3d28eb2928cf7789" providerId="LiveId" clId="{8C40D73E-C4BE-4CE4-8D0D-C8D1D1FE1BA2}" dt="2021-07-30T01:32:05.386" v="2454" actId="20577"/>
        <pc:sldMkLst>
          <pc:docMk/>
          <pc:sldMk cId="2579607138" sldId="284"/>
        </pc:sldMkLst>
        <pc:spChg chg="mod">
          <ac:chgData name="Naseela K T" userId="3d28eb2928cf7789" providerId="LiveId" clId="{8C40D73E-C4BE-4CE4-8D0D-C8D1D1FE1BA2}" dt="2021-07-30T01:32:05.386" v="2454" actId="20577"/>
          <ac:spMkLst>
            <pc:docMk/>
            <pc:sldMk cId="2579607138" sldId="284"/>
            <ac:spMk id="3" creationId="{1FEEF6FB-BCDC-4FDF-BA82-2624E42C22A9}"/>
          </ac:spMkLst>
        </pc:spChg>
      </pc:sldChg>
      <pc:sldChg chg="modSp mod">
        <pc:chgData name="Naseela K T" userId="3d28eb2928cf7789" providerId="LiveId" clId="{8C40D73E-C4BE-4CE4-8D0D-C8D1D1FE1BA2}" dt="2021-07-30T01:56:11.112" v="2887" actId="27636"/>
        <pc:sldMkLst>
          <pc:docMk/>
          <pc:sldMk cId="1177931303" sldId="285"/>
        </pc:sldMkLst>
        <pc:spChg chg="mod">
          <ac:chgData name="Naseela K T" userId="3d28eb2928cf7789" providerId="LiveId" clId="{8C40D73E-C4BE-4CE4-8D0D-C8D1D1FE1BA2}" dt="2021-07-30T01:56:11.112" v="2887" actId="27636"/>
          <ac:spMkLst>
            <pc:docMk/>
            <pc:sldMk cId="1177931303" sldId="285"/>
            <ac:spMk id="3" creationId="{ECD67B80-6855-4CAF-88EF-9D8F4A8EDD9B}"/>
          </ac:spMkLst>
        </pc:spChg>
      </pc:sldChg>
      <pc:sldChg chg="modSp new mod">
        <pc:chgData name="Naseela K T" userId="3d28eb2928cf7789" providerId="LiveId" clId="{8C40D73E-C4BE-4CE4-8D0D-C8D1D1FE1BA2}" dt="2021-07-29T17:16:38.228" v="758" actId="255"/>
        <pc:sldMkLst>
          <pc:docMk/>
          <pc:sldMk cId="483874612" sldId="286"/>
        </pc:sldMkLst>
        <pc:spChg chg="mod">
          <ac:chgData name="Naseela K T" userId="3d28eb2928cf7789" providerId="LiveId" clId="{8C40D73E-C4BE-4CE4-8D0D-C8D1D1FE1BA2}" dt="2021-07-29T16:50:35.567" v="658" actId="5793"/>
          <ac:spMkLst>
            <pc:docMk/>
            <pc:sldMk cId="483874612" sldId="286"/>
            <ac:spMk id="2" creationId="{5297D54D-B7D5-4D35-B77D-BD8D4912DD73}"/>
          </ac:spMkLst>
        </pc:spChg>
        <pc:spChg chg="mod">
          <ac:chgData name="Naseela K T" userId="3d28eb2928cf7789" providerId="LiveId" clId="{8C40D73E-C4BE-4CE4-8D0D-C8D1D1FE1BA2}" dt="2021-07-29T17:16:38.228" v="758" actId="255"/>
          <ac:spMkLst>
            <pc:docMk/>
            <pc:sldMk cId="483874612" sldId="286"/>
            <ac:spMk id="3" creationId="{1C31C7B2-0422-476C-888B-B996DCC41437}"/>
          </ac:spMkLst>
        </pc:spChg>
      </pc:sldChg>
      <pc:sldChg chg="modSp new mod">
        <pc:chgData name="Naseela K T" userId="3d28eb2928cf7789" providerId="LiveId" clId="{8C40D73E-C4BE-4CE4-8D0D-C8D1D1FE1BA2}" dt="2021-07-30T02:01:40.662" v="2894" actId="14100"/>
        <pc:sldMkLst>
          <pc:docMk/>
          <pc:sldMk cId="2587560271" sldId="287"/>
        </pc:sldMkLst>
        <pc:spChg chg="mod">
          <ac:chgData name="Naseela K T" userId="3d28eb2928cf7789" providerId="LiveId" clId="{8C40D73E-C4BE-4CE4-8D0D-C8D1D1FE1BA2}" dt="2021-07-30T00:24:26.295" v="1163" actId="14100"/>
          <ac:spMkLst>
            <pc:docMk/>
            <pc:sldMk cId="2587560271" sldId="287"/>
            <ac:spMk id="2" creationId="{F0BF86D7-E8ED-4D49-9671-4BEB7D0FE236}"/>
          </ac:spMkLst>
        </pc:spChg>
        <pc:spChg chg="mod">
          <ac:chgData name="Naseela K T" userId="3d28eb2928cf7789" providerId="LiveId" clId="{8C40D73E-C4BE-4CE4-8D0D-C8D1D1FE1BA2}" dt="2021-07-30T02:01:40.662" v="2894" actId="14100"/>
          <ac:spMkLst>
            <pc:docMk/>
            <pc:sldMk cId="2587560271" sldId="287"/>
            <ac:spMk id="3" creationId="{03C93826-8C6D-4F74-AAB3-724F61060675}"/>
          </ac:spMkLst>
        </pc:spChg>
      </pc:sldChg>
      <pc:sldChg chg="modSp new del mod">
        <pc:chgData name="Naseela K T" userId="3d28eb2928cf7789" providerId="LiveId" clId="{8C40D73E-C4BE-4CE4-8D0D-C8D1D1FE1BA2}" dt="2021-07-30T00:53:56.662" v="1484" actId="2696"/>
        <pc:sldMkLst>
          <pc:docMk/>
          <pc:sldMk cId="1870640731" sldId="288"/>
        </pc:sldMkLst>
        <pc:spChg chg="mod">
          <ac:chgData name="Naseela K T" userId="3d28eb2928cf7789" providerId="LiveId" clId="{8C40D73E-C4BE-4CE4-8D0D-C8D1D1FE1BA2}" dt="2021-07-30T00:49:07.162" v="1483" actId="122"/>
          <ac:spMkLst>
            <pc:docMk/>
            <pc:sldMk cId="1870640731" sldId="288"/>
            <ac:spMk id="2" creationId="{E15ECD0E-E227-4764-A5A6-539891D8837C}"/>
          </ac:spMkLst>
        </pc:spChg>
      </pc:sldChg>
      <pc:sldChg chg="addSp delSp modSp mod modClrScheme chgLayout">
        <pc:chgData name="Naseela K T" userId="3d28eb2928cf7789" providerId="LiveId" clId="{8C40D73E-C4BE-4CE4-8D0D-C8D1D1FE1BA2}" dt="2021-07-30T01:59:57.685" v="2890" actId="20577"/>
        <pc:sldMkLst>
          <pc:docMk/>
          <pc:sldMk cId="1961640061" sldId="288"/>
        </pc:sldMkLst>
        <pc:spChg chg="mod ord">
          <ac:chgData name="Naseela K T" userId="3d28eb2928cf7789" providerId="LiveId" clId="{8C40D73E-C4BE-4CE4-8D0D-C8D1D1FE1BA2}" dt="2021-07-30T01:59:57.685" v="2890" actId="20577"/>
          <ac:spMkLst>
            <pc:docMk/>
            <pc:sldMk cId="1961640061" sldId="288"/>
            <ac:spMk id="2" creationId="{E15ECD0E-E227-4764-A5A6-539891D8837C}"/>
          </ac:spMkLst>
        </pc:spChg>
        <pc:spChg chg="add mod ord">
          <ac:chgData name="Naseela K T" userId="3d28eb2928cf7789" providerId="LiveId" clId="{8C40D73E-C4BE-4CE4-8D0D-C8D1D1FE1BA2}" dt="2021-07-30T01:22:00.705" v="2165" actId="20577"/>
          <ac:spMkLst>
            <pc:docMk/>
            <pc:sldMk cId="1961640061" sldId="288"/>
            <ac:spMk id="18" creationId="{F9634BEE-4E4B-41D2-A195-D7FCE85644ED}"/>
          </ac:spMkLst>
        </pc:spChg>
        <pc:picChg chg="add del mod">
          <ac:chgData name="Naseela K T" userId="3d28eb2928cf7789" providerId="LiveId" clId="{8C40D73E-C4BE-4CE4-8D0D-C8D1D1FE1BA2}" dt="2021-07-30T01:01:45.347" v="1674" actId="478"/>
          <ac:picMkLst>
            <pc:docMk/>
            <pc:sldMk cId="1961640061" sldId="288"/>
            <ac:picMk id="3" creationId="{B0C8450F-5484-472E-A5B6-4FA6DC4FF097}"/>
          </ac:picMkLst>
        </pc:picChg>
        <pc:picChg chg="add del mod">
          <ac:chgData name="Naseela K T" userId="3d28eb2928cf7789" providerId="LiveId" clId="{8C40D73E-C4BE-4CE4-8D0D-C8D1D1FE1BA2}" dt="2021-07-30T01:02:02.015" v="1677" actId="478"/>
          <ac:picMkLst>
            <pc:docMk/>
            <pc:sldMk cId="1961640061" sldId="288"/>
            <ac:picMk id="5" creationId="{478D751F-1A10-45CA-9156-7D2EE1391239}"/>
          </ac:picMkLst>
        </pc:picChg>
        <pc:picChg chg="add mod">
          <ac:chgData name="Naseela K T" userId="3d28eb2928cf7789" providerId="LiveId" clId="{8C40D73E-C4BE-4CE4-8D0D-C8D1D1FE1BA2}" dt="2021-07-30T01:16:14.703" v="1782" actId="1076"/>
          <ac:picMkLst>
            <pc:docMk/>
            <pc:sldMk cId="1961640061" sldId="288"/>
            <ac:picMk id="7" creationId="{AE3CE794-0338-417F-AFA3-7413A9F91443}"/>
          </ac:picMkLst>
        </pc:picChg>
        <pc:picChg chg="add mod">
          <ac:chgData name="Naseela K T" userId="3d28eb2928cf7789" providerId="LiveId" clId="{8C40D73E-C4BE-4CE4-8D0D-C8D1D1FE1BA2}" dt="2021-07-30T01:16:20.038" v="1783" actId="1076"/>
          <ac:picMkLst>
            <pc:docMk/>
            <pc:sldMk cId="1961640061" sldId="288"/>
            <ac:picMk id="9" creationId="{B6015107-EB2D-4B35-902B-BD156C5F6349}"/>
          </ac:picMkLst>
        </pc:picChg>
        <pc:picChg chg="add del mod">
          <ac:chgData name="Naseela K T" userId="3d28eb2928cf7789" providerId="LiveId" clId="{8C40D73E-C4BE-4CE4-8D0D-C8D1D1FE1BA2}" dt="2021-07-30T01:15:46.730" v="1772" actId="21"/>
          <ac:picMkLst>
            <pc:docMk/>
            <pc:sldMk cId="1961640061" sldId="288"/>
            <ac:picMk id="11" creationId="{720D750C-979E-4A57-8AA3-C573F2C32021}"/>
          </ac:picMkLst>
        </pc:picChg>
        <pc:picChg chg="add del mod">
          <ac:chgData name="Naseela K T" userId="3d28eb2928cf7789" providerId="LiveId" clId="{8C40D73E-C4BE-4CE4-8D0D-C8D1D1FE1BA2}" dt="2021-07-30T01:15:30.865" v="1767" actId="21"/>
          <ac:picMkLst>
            <pc:docMk/>
            <pc:sldMk cId="1961640061" sldId="288"/>
            <ac:picMk id="13" creationId="{B1150429-1E2F-4C20-96DF-0EDA1237BBB8}"/>
          </ac:picMkLst>
        </pc:picChg>
        <pc:picChg chg="add del mod">
          <ac:chgData name="Naseela K T" userId="3d28eb2928cf7789" providerId="LiveId" clId="{8C40D73E-C4BE-4CE4-8D0D-C8D1D1FE1BA2}" dt="2021-07-30T01:11:33.750" v="1726" actId="21"/>
          <ac:picMkLst>
            <pc:docMk/>
            <pc:sldMk cId="1961640061" sldId="288"/>
            <ac:picMk id="15" creationId="{CD2F0AE4-6523-4CE0-BDF6-65D7A5F09DFF}"/>
          </ac:picMkLst>
        </pc:picChg>
        <pc:picChg chg="add mod">
          <ac:chgData name="Naseela K T" userId="3d28eb2928cf7789" providerId="LiveId" clId="{8C40D73E-C4BE-4CE4-8D0D-C8D1D1FE1BA2}" dt="2021-07-30T01:16:53.925" v="1789" actId="1076"/>
          <ac:picMkLst>
            <pc:docMk/>
            <pc:sldMk cId="1961640061" sldId="288"/>
            <ac:picMk id="16" creationId="{F02B660D-02CC-48B8-BBB6-8BCCFD700CAB}"/>
          </ac:picMkLst>
        </pc:picChg>
        <pc:picChg chg="add mod">
          <ac:chgData name="Naseela K T" userId="3d28eb2928cf7789" providerId="LiveId" clId="{8C40D73E-C4BE-4CE4-8D0D-C8D1D1FE1BA2}" dt="2021-07-30T01:16:51.872" v="1788" actId="1076"/>
          <ac:picMkLst>
            <pc:docMk/>
            <pc:sldMk cId="1961640061" sldId="288"/>
            <ac:picMk id="17" creationId="{B5611663-BBD7-4D07-A0D3-C5D569281FEC}"/>
          </ac:picMkLst>
        </pc:picChg>
      </pc:sldChg>
      <pc:sldChg chg="addSp delSp modSp new mod modClrScheme chgLayout">
        <pc:chgData name="Naseela K T" userId="3d28eb2928cf7789" providerId="LiveId" clId="{8C40D73E-C4BE-4CE4-8D0D-C8D1D1FE1BA2}" dt="2021-07-30T01:30:38.117" v="2447" actId="20577"/>
        <pc:sldMkLst>
          <pc:docMk/>
          <pc:sldMk cId="3788825248" sldId="289"/>
        </pc:sldMkLst>
        <pc:spChg chg="add del mod ord">
          <ac:chgData name="Naseela K T" userId="3d28eb2928cf7789" providerId="LiveId" clId="{8C40D73E-C4BE-4CE4-8D0D-C8D1D1FE1BA2}" dt="2021-07-30T01:22:48.161" v="2171" actId="700"/>
          <ac:spMkLst>
            <pc:docMk/>
            <pc:sldMk cId="3788825248" sldId="289"/>
            <ac:spMk id="13" creationId="{3587A890-C441-4383-B0F6-9575043F9DEC}"/>
          </ac:spMkLst>
        </pc:spChg>
        <pc:spChg chg="add del mod ord">
          <ac:chgData name="Naseela K T" userId="3d28eb2928cf7789" providerId="LiveId" clId="{8C40D73E-C4BE-4CE4-8D0D-C8D1D1FE1BA2}" dt="2021-07-30T01:22:41.271" v="2170" actId="478"/>
          <ac:spMkLst>
            <pc:docMk/>
            <pc:sldMk cId="3788825248" sldId="289"/>
            <ac:spMk id="14" creationId="{4961D132-CC02-4CBA-9F9A-DC34487702E3}"/>
          </ac:spMkLst>
        </pc:spChg>
        <pc:spChg chg="add del mod ord">
          <ac:chgData name="Naseela K T" userId="3d28eb2928cf7789" providerId="LiveId" clId="{8C40D73E-C4BE-4CE4-8D0D-C8D1D1FE1BA2}" dt="2021-07-30T01:23:55.938" v="2185" actId="478"/>
          <ac:spMkLst>
            <pc:docMk/>
            <pc:sldMk cId="3788825248" sldId="289"/>
            <ac:spMk id="15" creationId="{D84D480C-FA52-44F7-A6C1-EE9E4CF80C53}"/>
          </ac:spMkLst>
        </pc:spChg>
        <pc:spChg chg="add del mod ord">
          <ac:chgData name="Naseela K T" userId="3d28eb2928cf7789" providerId="LiveId" clId="{8C40D73E-C4BE-4CE4-8D0D-C8D1D1FE1BA2}" dt="2021-07-30T01:23:00.897" v="2175" actId="478"/>
          <ac:spMkLst>
            <pc:docMk/>
            <pc:sldMk cId="3788825248" sldId="289"/>
            <ac:spMk id="16" creationId="{704B09B9-00C0-4572-9E1A-B7EBDFAB19C7}"/>
          </ac:spMkLst>
        </pc:spChg>
        <pc:spChg chg="add mod ord">
          <ac:chgData name="Naseela K T" userId="3d28eb2928cf7789" providerId="LiveId" clId="{8C40D73E-C4BE-4CE4-8D0D-C8D1D1FE1BA2}" dt="2021-07-30T01:26:46.849" v="2299" actId="20577"/>
          <ac:spMkLst>
            <pc:docMk/>
            <pc:sldMk cId="3788825248" sldId="289"/>
            <ac:spMk id="17" creationId="{0725059A-7359-4BCC-B4C9-2E5865730C3C}"/>
          </ac:spMkLst>
        </pc:spChg>
        <pc:spChg chg="add mod ord">
          <ac:chgData name="Naseela K T" userId="3d28eb2928cf7789" providerId="LiveId" clId="{8C40D73E-C4BE-4CE4-8D0D-C8D1D1FE1BA2}" dt="2021-07-30T01:30:38.117" v="2447" actId="20577"/>
          <ac:spMkLst>
            <pc:docMk/>
            <pc:sldMk cId="3788825248" sldId="289"/>
            <ac:spMk id="18" creationId="{8F6A59F1-501A-4D4E-972E-B5AAC4E466F4}"/>
          </ac:spMkLst>
        </pc:spChg>
        <pc:picChg chg="add del mod">
          <ac:chgData name="Naseela K T" userId="3d28eb2928cf7789" providerId="LiveId" clId="{8C40D73E-C4BE-4CE4-8D0D-C8D1D1FE1BA2}" dt="2021-07-30T01:14:00.386" v="1749" actId="21"/>
          <ac:picMkLst>
            <pc:docMk/>
            <pc:sldMk cId="3788825248" sldId="289"/>
            <ac:picMk id="3" creationId="{6D38D072-E0E5-4851-9A1A-F85F56E98595}"/>
          </ac:picMkLst>
        </pc:picChg>
        <pc:picChg chg="add del mod">
          <ac:chgData name="Naseela K T" userId="3d28eb2928cf7789" providerId="LiveId" clId="{8C40D73E-C4BE-4CE4-8D0D-C8D1D1FE1BA2}" dt="2021-07-30T01:12:32.674" v="1735" actId="478"/>
          <ac:picMkLst>
            <pc:docMk/>
            <pc:sldMk cId="3788825248" sldId="289"/>
            <ac:picMk id="5" creationId="{DE9333E0-6900-4D5F-9C61-65D77A622B05}"/>
          </ac:picMkLst>
        </pc:picChg>
        <pc:picChg chg="add mod">
          <ac:chgData name="Naseela K T" userId="3d28eb2928cf7789" providerId="LiveId" clId="{8C40D73E-C4BE-4CE4-8D0D-C8D1D1FE1BA2}" dt="2021-07-30T01:13:48.065" v="1744" actId="1076"/>
          <ac:picMkLst>
            <pc:docMk/>
            <pc:sldMk cId="3788825248" sldId="289"/>
            <ac:picMk id="6" creationId="{9D1AD024-74B1-413D-8758-5C49E3966671}"/>
          </ac:picMkLst>
        </pc:picChg>
        <pc:picChg chg="add mod">
          <ac:chgData name="Naseela K T" userId="3d28eb2928cf7789" providerId="LiveId" clId="{8C40D73E-C4BE-4CE4-8D0D-C8D1D1FE1BA2}" dt="2021-07-30T01:30:19.492" v="2440" actId="14100"/>
          <ac:picMkLst>
            <pc:docMk/>
            <pc:sldMk cId="3788825248" sldId="289"/>
            <ac:picMk id="8" creationId="{A02CDDE7-87BF-464B-A03F-11DF7359440E}"/>
          </ac:picMkLst>
        </pc:picChg>
        <pc:picChg chg="add del mod">
          <ac:chgData name="Naseela K T" userId="3d28eb2928cf7789" providerId="LiveId" clId="{8C40D73E-C4BE-4CE4-8D0D-C8D1D1FE1BA2}" dt="2021-07-30T01:15:36.620" v="1769" actId="21"/>
          <ac:picMkLst>
            <pc:docMk/>
            <pc:sldMk cId="3788825248" sldId="289"/>
            <ac:picMk id="10" creationId="{D520FCF2-DEDF-4234-80D1-716C9D97176D}"/>
          </ac:picMkLst>
        </pc:picChg>
        <pc:picChg chg="add mod">
          <ac:chgData name="Naseela K T" userId="3d28eb2928cf7789" providerId="LiveId" clId="{8C40D73E-C4BE-4CE4-8D0D-C8D1D1FE1BA2}" dt="2021-07-30T01:26:38.353" v="2297" actId="1076"/>
          <ac:picMkLst>
            <pc:docMk/>
            <pc:sldMk cId="3788825248" sldId="289"/>
            <ac:picMk id="11" creationId="{80601698-7540-41FB-AD4B-051FB4275F97}"/>
          </ac:picMkLst>
        </pc:picChg>
        <pc:picChg chg="add mod">
          <ac:chgData name="Naseela K T" userId="3d28eb2928cf7789" providerId="LiveId" clId="{8C40D73E-C4BE-4CE4-8D0D-C8D1D1FE1BA2}" dt="2021-07-30T01:26:55.339" v="2300" actId="1076"/>
          <ac:picMkLst>
            <pc:docMk/>
            <pc:sldMk cId="3788825248" sldId="289"/>
            <ac:picMk id="12" creationId="{1D4D3397-2115-4CCF-83BA-6C65825C54D9}"/>
          </ac:picMkLst>
        </pc:picChg>
      </pc:sldChg>
    </pc:docChg>
  </pc:docChgLst>
  <pc:docChgLst>
    <pc:chgData name="Naseela K T" userId="3d28eb2928cf7789" providerId="LiveId" clId="{CD87B760-A866-4586-BF58-85FBA05E6681}"/>
    <pc:docChg chg="delSld modSection">
      <pc:chgData name="Naseela K T" userId="3d28eb2928cf7789" providerId="LiveId" clId="{CD87B760-A866-4586-BF58-85FBA05E6681}" dt="2021-04-15T16:24:31.666" v="0" actId="2696"/>
      <pc:docMkLst>
        <pc:docMk/>
      </pc:docMkLst>
      <pc:sldChg chg="del">
        <pc:chgData name="Naseela K T" userId="3d28eb2928cf7789" providerId="LiveId" clId="{CD87B760-A866-4586-BF58-85FBA05E6681}" dt="2021-04-15T16:24:31.666" v="0" actId="2696"/>
        <pc:sldMkLst>
          <pc:docMk/>
          <pc:sldMk cId="891296695" sldId="264"/>
        </pc:sldMkLst>
      </pc:sldChg>
    </pc:docChg>
  </pc:docChgLst>
  <pc:docChgLst>
    <pc:chgData name="Naseela K T" userId="3d28eb2928cf7789" providerId="LiveId" clId="{D3D88293-D575-4879-8914-9EB6EC2BD1C2}"/>
    <pc:docChg chg="undo custSel addSld delSld modSld modSection">
      <pc:chgData name="Naseela K T" userId="3d28eb2928cf7789" providerId="LiveId" clId="{D3D88293-D575-4879-8914-9EB6EC2BD1C2}" dt="2021-06-18T06:09:45.619" v="1288" actId="20577"/>
      <pc:docMkLst>
        <pc:docMk/>
      </pc:docMkLst>
      <pc:sldChg chg="del">
        <pc:chgData name="Naseela K T" userId="3d28eb2928cf7789" providerId="LiveId" clId="{D3D88293-D575-4879-8914-9EB6EC2BD1C2}" dt="2021-06-17T17:06:09.254" v="104" actId="2696"/>
        <pc:sldMkLst>
          <pc:docMk/>
          <pc:sldMk cId="0" sldId="257"/>
        </pc:sldMkLst>
      </pc:sldChg>
      <pc:sldChg chg="modSp mod">
        <pc:chgData name="Naseela K T" userId="3d28eb2928cf7789" providerId="LiveId" clId="{D3D88293-D575-4879-8914-9EB6EC2BD1C2}" dt="2021-06-17T17:07:07.927" v="161" actId="255"/>
        <pc:sldMkLst>
          <pc:docMk/>
          <pc:sldMk cId="0" sldId="258"/>
        </pc:sldMkLst>
        <pc:spChg chg="mod">
          <ac:chgData name="Naseela K T" userId="3d28eb2928cf7789" providerId="LiveId" clId="{D3D88293-D575-4879-8914-9EB6EC2BD1C2}" dt="2021-06-17T17:06:50.616" v="159" actId="20577"/>
          <ac:spMkLst>
            <pc:docMk/>
            <pc:sldMk cId="0" sldId="258"/>
            <ac:spMk id="2" creationId="{00000000-0000-0000-0000-000000000000}"/>
          </ac:spMkLst>
        </pc:spChg>
        <pc:spChg chg="mod">
          <ac:chgData name="Naseela K T" userId="3d28eb2928cf7789" providerId="LiveId" clId="{D3D88293-D575-4879-8914-9EB6EC2BD1C2}" dt="2021-06-17T17:07:07.927" v="161" actId="255"/>
          <ac:spMkLst>
            <pc:docMk/>
            <pc:sldMk cId="0" sldId="258"/>
            <ac:spMk id="3" creationId="{00000000-0000-0000-0000-000000000000}"/>
          </ac:spMkLst>
        </pc:spChg>
      </pc:sldChg>
      <pc:sldChg chg="modSp mod">
        <pc:chgData name="Naseela K T" userId="3d28eb2928cf7789" providerId="LiveId" clId="{D3D88293-D575-4879-8914-9EB6EC2BD1C2}" dt="2021-06-17T17:08:28.760" v="228" actId="20577"/>
        <pc:sldMkLst>
          <pc:docMk/>
          <pc:sldMk cId="0" sldId="259"/>
        </pc:sldMkLst>
        <pc:spChg chg="mod">
          <ac:chgData name="Naseela K T" userId="3d28eb2928cf7789" providerId="LiveId" clId="{D3D88293-D575-4879-8914-9EB6EC2BD1C2}" dt="2021-06-17T17:08:28.760" v="228" actId="20577"/>
          <ac:spMkLst>
            <pc:docMk/>
            <pc:sldMk cId="0" sldId="259"/>
            <ac:spMk id="2" creationId="{00000000-0000-0000-0000-000000000000}"/>
          </ac:spMkLst>
        </pc:spChg>
        <pc:spChg chg="mod">
          <ac:chgData name="Naseela K T" userId="3d28eb2928cf7789" providerId="LiveId" clId="{D3D88293-D575-4879-8914-9EB6EC2BD1C2}" dt="2021-06-17T17:08:17.893" v="200" actId="14100"/>
          <ac:spMkLst>
            <pc:docMk/>
            <pc:sldMk cId="0" sldId="259"/>
            <ac:spMk id="3" creationId="{00000000-0000-0000-0000-000000000000}"/>
          </ac:spMkLst>
        </pc:spChg>
      </pc:sldChg>
      <pc:sldChg chg="modSp mod">
        <pc:chgData name="Naseela K T" userId="3d28eb2928cf7789" providerId="LiveId" clId="{D3D88293-D575-4879-8914-9EB6EC2BD1C2}" dt="2021-06-18T01:57:26.328" v="341" actId="255"/>
        <pc:sldMkLst>
          <pc:docMk/>
          <pc:sldMk cId="0" sldId="260"/>
        </pc:sldMkLst>
        <pc:spChg chg="mod">
          <ac:chgData name="Naseela K T" userId="3d28eb2928cf7789" providerId="LiveId" clId="{D3D88293-D575-4879-8914-9EB6EC2BD1C2}" dt="2021-06-18T01:57:08.285" v="340" actId="14100"/>
          <ac:spMkLst>
            <pc:docMk/>
            <pc:sldMk cId="0" sldId="260"/>
            <ac:spMk id="2" creationId="{00000000-0000-0000-0000-000000000000}"/>
          </ac:spMkLst>
        </pc:spChg>
        <pc:spChg chg="mod">
          <ac:chgData name="Naseela K T" userId="3d28eb2928cf7789" providerId="LiveId" clId="{D3D88293-D575-4879-8914-9EB6EC2BD1C2}" dt="2021-06-18T01:57:26.328" v="341" actId="255"/>
          <ac:spMkLst>
            <pc:docMk/>
            <pc:sldMk cId="0" sldId="260"/>
            <ac:spMk id="3" creationId="{00000000-0000-0000-0000-000000000000}"/>
          </ac:spMkLst>
        </pc:spChg>
      </pc:sldChg>
      <pc:sldChg chg="addSp delSp modSp mod modClrScheme chgLayout">
        <pc:chgData name="Naseela K T" userId="3d28eb2928cf7789" providerId="LiveId" clId="{D3D88293-D575-4879-8914-9EB6EC2BD1C2}" dt="2021-06-18T06:01:30.629" v="1260" actId="2710"/>
        <pc:sldMkLst>
          <pc:docMk/>
          <pc:sldMk cId="1831568874" sldId="265"/>
        </pc:sldMkLst>
        <pc:spChg chg="add del mod">
          <ac:chgData name="Naseela K T" userId="3d28eb2928cf7789" providerId="LiveId" clId="{D3D88293-D575-4879-8914-9EB6EC2BD1C2}" dt="2021-06-18T02:25:31.237" v="513" actId="700"/>
          <ac:spMkLst>
            <pc:docMk/>
            <pc:sldMk cId="1831568874" sldId="265"/>
            <ac:spMk id="3" creationId="{E8F9C961-8B08-411E-BC52-F2BC7F3549A9}"/>
          </ac:spMkLst>
        </pc:spChg>
        <pc:spChg chg="mod ord">
          <ac:chgData name="Naseela K T" userId="3d28eb2928cf7789" providerId="LiveId" clId="{D3D88293-D575-4879-8914-9EB6EC2BD1C2}" dt="2021-06-18T06:01:30.629" v="1260" actId="2710"/>
          <ac:spMkLst>
            <pc:docMk/>
            <pc:sldMk cId="1831568874" sldId="265"/>
            <ac:spMk id="4" creationId="{437D1021-D76D-4EB6-A9C3-1BCEDE109DBA}"/>
          </ac:spMkLst>
        </pc:spChg>
      </pc:sldChg>
      <pc:sldChg chg="addSp modSp del mod">
        <pc:chgData name="Naseela K T" userId="3d28eb2928cf7789" providerId="LiveId" clId="{D3D88293-D575-4879-8914-9EB6EC2BD1C2}" dt="2021-06-18T05:35:03.515" v="519" actId="2696"/>
        <pc:sldMkLst>
          <pc:docMk/>
          <pc:sldMk cId="320922613" sldId="266"/>
        </pc:sldMkLst>
        <pc:spChg chg="mod">
          <ac:chgData name="Naseela K T" userId="3d28eb2928cf7789" providerId="LiveId" clId="{D3D88293-D575-4879-8914-9EB6EC2BD1C2}" dt="2021-06-17T16:51:14.490" v="2" actId="14100"/>
          <ac:spMkLst>
            <pc:docMk/>
            <pc:sldMk cId="320922613" sldId="266"/>
            <ac:spMk id="2" creationId="{B8B88AFC-5D90-446A-B6DE-54B3B950BB00}"/>
          </ac:spMkLst>
        </pc:spChg>
        <pc:picChg chg="add mod">
          <ac:chgData name="Naseela K T" userId="3d28eb2928cf7789" providerId="LiveId" clId="{D3D88293-D575-4879-8914-9EB6EC2BD1C2}" dt="2021-06-17T16:51:44.722" v="10" actId="14100"/>
          <ac:picMkLst>
            <pc:docMk/>
            <pc:sldMk cId="320922613" sldId="266"/>
            <ac:picMk id="3" creationId="{966AFC1D-D0E1-4B0A-82B1-CD8F4C27D801}"/>
          </ac:picMkLst>
        </pc:picChg>
      </pc:sldChg>
      <pc:sldChg chg="addSp modSp mod">
        <pc:chgData name="Naseela K T" userId="3d28eb2928cf7789" providerId="LiveId" clId="{D3D88293-D575-4879-8914-9EB6EC2BD1C2}" dt="2021-06-17T16:57:27.998" v="63" actId="14100"/>
        <pc:sldMkLst>
          <pc:docMk/>
          <pc:sldMk cId="88939547" sldId="267"/>
        </pc:sldMkLst>
        <pc:spChg chg="mod">
          <ac:chgData name="Naseela K T" userId="3d28eb2928cf7789" providerId="LiveId" clId="{D3D88293-D575-4879-8914-9EB6EC2BD1C2}" dt="2021-06-17T16:57:12.036" v="60" actId="123"/>
          <ac:spMkLst>
            <pc:docMk/>
            <pc:sldMk cId="88939547" sldId="267"/>
            <ac:spMk id="3" creationId="{72F490F7-2A8D-4A50-8FEC-9A6389EDBDCD}"/>
          </ac:spMkLst>
        </pc:spChg>
        <pc:picChg chg="add mod">
          <ac:chgData name="Naseela K T" userId="3d28eb2928cf7789" providerId="LiveId" clId="{D3D88293-D575-4879-8914-9EB6EC2BD1C2}" dt="2021-06-17T16:57:27.998" v="63" actId="14100"/>
          <ac:picMkLst>
            <pc:docMk/>
            <pc:sldMk cId="88939547" sldId="267"/>
            <ac:picMk id="4" creationId="{95E428B4-6D1A-45FE-AEE6-E14013F945FF}"/>
          </ac:picMkLst>
        </pc:picChg>
      </pc:sldChg>
      <pc:sldChg chg="addSp modSp del mod">
        <pc:chgData name="Naseela K T" userId="3d28eb2928cf7789" providerId="LiveId" clId="{D3D88293-D575-4879-8914-9EB6EC2BD1C2}" dt="2021-06-18T05:35:08.195" v="520" actId="2696"/>
        <pc:sldMkLst>
          <pc:docMk/>
          <pc:sldMk cId="2853432991" sldId="268"/>
        </pc:sldMkLst>
        <pc:spChg chg="mod">
          <ac:chgData name="Naseela K T" userId="3d28eb2928cf7789" providerId="LiveId" clId="{D3D88293-D575-4879-8914-9EB6EC2BD1C2}" dt="2021-06-17T16:54:07.434" v="34" actId="14100"/>
          <ac:spMkLst>
            <pc:docMk/>
            <pc:sldMk cId="2853432991" sldId="268"/>
            <ac:spMk id="2" creationId="{0D3C239C-CCFF-4A5E-842C-C512A6B0240C}"/>
          </ac:spMkLst>
        </pc:spChg>
        <pc:picChg chg="add mod">
          <ac:chgData name="Naseela K T" userId="3d28eb2928cf7789" providerId="LiveId" clId="{D3D88293-D575-4879-8914-9EB6EC2BD1C2}" dt="2021-06-17T16:54:15.502" v="37" actId="1076"/>
          <ac:picMkLst>
            <pc:docMk/>
            <pc:sldMk cId="2853432991" sldId="268"/>
            <ac:picMk id="3" creationId="{C616D542-450B-4C4B-A2C0-906194D27641}"/>
          </ac:picMkLst>
        </pc:picChg>
      </pc:sldChg>
      <pc:sldChg chg="del">
        <pc:chgData name="Naseela K T" userId="3d28eb2928cf7789" providerId="LiveId" clId="{D3D88293-D575-4879-8914-9EB6EC2BD1C2}" dt="2021-06-17T17:01:01.350" v="93" actId="2696"/>
        <pc:sldMkLst>
          <pc:docMk/>
          <pc:sldMk cId="2459216069" sldId="269"/>
        </pc:sldMkLst>
      </pc:sldChg>
      <pc:sldChg chg="modSp mod">
        <pc:chgData name="Naseela K T" userId="3d28eb2928cf7789" providerId="LiveId" clId="{D3D88293-D575-4879-8914-9EB6EC2BD1C2}" dt="2021-06-18T02:21:23.070" v="506" actId="20577"/>
        <pc:sldMkLst>
          <pc:docMk/>
          <pc:sldMk cId="1694366986" sldId="270"/>
        </pc:sldMkLst>
        <pc:spChg chg="mod">
          <ac:chgData name="Naseela K T" userId="3d28eb2928cf7789" providerId="LiveId" clId="{D3D88293-D575-4879-8914-9EB6EC2BD1C2}" dt="2021-06-18T02:21:23.070" v="506" actId="20577"/>
          <ac:spMkLst>
            <pc:docMk/>
            <pc:sldMk cId="1694366986" sldId="270"/>
            <ac:spMk id="2" creationId="{7F9E90DB-2CA8-42B2-B8E3-5BD645BE20A9}"/>
          </ac:spMkLst>
        </pc:spChg>
      </pc:sldChg>
      <pc:sldChg chg="modSp mod">
        <pc:chgData name="Naseela K T" userId="3d28eb2928cf7789" providerId="LiveId" clId="{D3D88293-D575-4879-8914-9EB6EC2BD1C2}" dt="2021-06-18T02:09:12.149" v="392" actId="255"/>
        <pc:sldMkLst>
          <pc:docMk/>
          <pc:sldMk cId="2916946722" sldId="271"/>
        </pc:sldMkLst>
        <pc:spChg chg="mod">
          <ac:chgData name="Naseela K T" userId="3d28eb2928cf7789" providerId="LiveId" clId="{D3D88293-D575-4879-8914-9EB6EC2BD1C2}" dt="2021-06-18T02:08:36.147" v="391" actId="14100"/>
          <ac:spMkLst>
            <pc:docMk/>
            <pc:sldMk cId="2916946722" sldId="271"/>
            <ac:spMk id="2" creationId="{81505739-4495-4FD3-A318-0D85CBB069C1}"/>
          </ac:spMkLst>
        </pc:spChg>
        <pc:spChg chg="mod">
          <ac:chgData name="Naseela K T" userId="3d28eb2928cf7789" providerId="LiveId" clId="{D3D88293-D575-4879-8914-9EB6EC2BD1C2}" dt="2021-06-18T02:09:12.149" v="392" actId="255"/>
          <ac:spMkLst>
            <pc:docMk/>
            <pc:sldMk cId="2916946722" sldId="271"/>
            <ac:spMk id="3" creationId="{F0B63465-B779-46E4-BBB5-16A7DC5C668A}"/>
          </ac:spMkLst>
        </pc:spChg>
      </pc:sldChg>
      <pc:sldChg chg="addSp delSp modSp del">
        <pc:chgData name="Naseela K T" userId="3d28eb2928cf7789" providerId="LiveId" clId="{D3D88293-D575-4879-8914-9EB6EC2BD1C2}" dt="2021-06-17T17:00:24.929" v="92" actId="2696"/>
        <pc:sldMkLst>
          <pc:docMk/>
          <pc:sldMk cId="3191022591" sldId="272"/>
        </pc:sldMkLst>
        <pc:picChg chg="add del mod">
          <ac:chgData name="Naseela K T" userId="3d28eb2928cf7789" providerId="LiveId" clId="{D3D88293-D575-4879-8914-9EB6EC2BD1C2}" dt="2021-06-17T16:58:47.470" v="71"/>
          <ac:picMkLst>
            <pc:docMk/>
            <pc:sldMk cId="3191022591" sldId="272"/>
            <ac:picMk id="4" creationId="{5CE83C04-45F5-4517-BA82-97479AD5E664}"/>
          </ac:picMkLst>
        </pc:picChg>
      </pc:sldChg>
      <pc:sldChg chg="addSp delSp modSp del mod">
        <pc:chgData name="Naseela K T" userId="3d28eb2928cf7789" providerId="LiveId" clId="{D3D88293-D575-4879-8914-9EB6EC2BD1C2}" dt="2021-06-17T16:51:52.932" v="11" actId="2696"/>
        <pc:sldMkLst>
          <pc:docMk/>
          <pc:sldMk cId="3677623243" sldId="273"/>
        </pc:sldMkLst>
        <pc:picChg chg="add del mod">
          <ac:chgData name="Naseela K T" userId="3d28eb2928cf7789" providerId="LiveId" clId="{D3D88293-D575-4879-8914-9EB6EC2BD1C2}" dt="2021-06-17T16:51:20.639" v="3" actId="14100"/>
          <ac:picMkLst>
            <pc:docMk/>
            <pc:sldMk cId="3677623243" sldId="273"/>
            <ac:picMk id="2" creationId="{72D5AD99-3056-4715-9BA5-2F2561A602DA}"/>
          </ac:picMkLst>
        </pc:picChg>
      </pc:sldChg>
      <pc:sldChg chg="modSp del mod">
        <pc:chgData name="Naseela K T" userId="3d28eb2928cf7789" providerId="LiveId" clId="{D3D88293-D575-4879-8914-9EB6EC2BD1C2}" dt="2021-06-17T16:57:58.569" v="64" actId="2696"/>
        <pc:sldMkLst>
          <pc:docMk/>
          <pc:sldMk cId="958911556" sldId="274"/>
        </pc:sldMkLst>
        <pc:picChg chg="mod">
          <ac:chgData name="Naseela K T" userId="3d28eb2928cf7789" providerId="LiveId" clId="{D3D88293-D575-4879-8914-9EB6EC2BD1C2}" dt="2021-06-17T16:56:44.795" v="55" actId="14100"/>
          <ac:picMkLst>
            <pc:docMk/>
            <pc:sldMk cId="958911556" sldId="274"/>
            <ac:picMk id="5" creationId="{BE778C92-61A1-4C39-853A-54E5B107EDB7}"/>
          </ac:picMkLst>
        </pc:picChg>
      </pc:sldChg>
      <pc:sldChg chg="modSp del mod">
        <pc:chgData name="Naseela K T" userId="3d28eb2928cf7789" providerId="LiveId" clId="{D3D88293-D575-4879-8914-9EB6EC2BD1C2}" dt="2021-06-17T16:54:22.621" v="38" actId="2696"/>
        <pc:sldMkLst>
          <pc:docMk/>
          <pc:sldMk cId="375521667" sldId="277"/>
        </pc:sldMkLst>
        <pc:picChg chg="mod">
          <ac:chgData name="Naseela K T" userId="3d28eb2928cf7789" providerId="LiveId" clId="{D3D88293-D575-4879-8914-9EB6EC2BD1C2}" dt="2021-06-17T16:53:24.367" v="22" actId="14100"/>
          <ac:picMkLst>
            <pc:docMk/>
            <pc:sldMk cId="375521667" sldId="277"/>
            <ac:picMk id="2" creationId="{3C4F3623-893B-46D1-B163-CEAA2E71EC08}"/>
          </ac:picMkLst>
        </pc:picChg>
      </pc:sldChg>
      <pc:sldChg chg="modSp mod">
        <pc:chgData name="Naseela K T" userId="3d28eb2928cf7789" providerId="LiveId" clId="{D3D88293-D575-4879-8914-9EB6EC2BD1C2}" dt="2021-06-18T02:20:39.020" v="490" actId="255"/>
        <pc:sldMkLst>
          <pc:docMk/>
          <pc:sldMk cId="0" sldId="278"/>
        </pc:sldMkLst>
        <pc:spChg chg="mod">
          <ac:chgData name="Naseela K T" userId="3d28eb2928cf7789" providerId="LiveId" clId="{D3D88293-D575-4879-8914-9EB6EC2BD1C2}" dt="2021-06-18T02:20:39.020" v="490" actId="255"/>
          <ac:spMkLst>
            <pc:docMk/>
            <pc:sldMk cId="0" sldId="278"/>
            <ac:spMk id="2" creationId="{00000000-0000-0000-0000-000000000000}"/>
          </ac:spMkLst>
        </pc:spChg>
      </pc:sldChg>
      <pc:sldChg chg="modSp mod">
        <pc:chgData name="Naseela K T" userId="3d28eb2928cf7789" providerId="LiveId" clId="{D3D88293-D575-4879-8914-9EB6EC2BD1C2}" dt="2021-06-18T02:23:17.325" v="512" actId="14100"/>
        <pc:sldMkLst>
          <pc:docMk/>
          <pc:sldMk cId="0" sldId="280"/>
        </pc:sldMkLst>
        <pc:spChg chg="mod">
          <ac:chgData name="Naseela K T" userId="3d28eb2928cf7789" providerId="LiveId" clId="{D3D88293-D575-4879-8914-9EB6EC2BD1C2}" dt="2021-06-18T02:23:17.325" v="512" actId="14100"/>
          <ac:spMkLst>
            <pc:docMk/>
            <pc:sldMk cId="0" sldId="280"/>
            <ac:spMk id="3" creationId="{00000000-0000-0000-0000-000000000000}"/>
          </ac:spMkLst>
        </pc:spChg>
      </pc:sldChg>
      <pc:sldChg chg="del">
        <pc:chgData name="Naseela K T" userId="3d28eb2928cf7789" providerId="LiveId" clId="{D3D88293-D575-4879-8914-9EB6EC2BD1C2}" dt="2021-06-17T17:04:37.653" v="103" actId="2696"/>
        <pc:sldMkLst>
          <pc:docMk/>
          <pc:sldMk cId="0" sldId="281"/>
        </pc:sldMkLst>
      </pc:sldChg>
      <pc:sldChg chg="modSp new mod">
        <pc:chgData name="Naseela K T" userId="3d28eb2928cf7789" providerId="LiveId" clId="{D3D88293-D575-4879-8914-9EB6EC2BD1C2}" dt="2021-06-18T02:10:04.335" v="411" actId="20577"/>
        <pc:sldMkLst>
          <pc:docMk/>
          <pc:sldMk cId="4087960735" sldId="283"/>
        </pc:sldMkLst>
        <pc:spChg chg="mod">
          <ac:chgData name="Naseela K T" userId="3d28eb2928cf7789" providerId="LiveId" clId="{D3D88293-D575-4879-8914-9EB6EC2BD1C2}" dt="2021-06-18T02:10:04.335" v="411" actId="20577"/>
          <ac:spMkLst>
            <pc:docMk/>
            <pc:sldMk cId="4087960735" sldId="283"/>
            <ac:spMk id="2" creationId="{45E6E4AC-CFCB-498A-9F2F-B1B7867553FE}"/>
          </ac:spMkLst>
        </pc:spChg>
        <pc:spChg chg="mod">
          <ac:chgData name="Naseela K T" userId="3d28eb2928cf7789" providerId="LiveId" clId="{D3D88293-D575-4879-8914-9EB6EC2BD1C2}" dt="2021-06-17T17:12:04.644" v="255" actId="12"/>
          <ac:spMkLst>
            <pc:docMk/>
            <pc:sldMk cId="4087960735" sldId="283"/>
            <ac:spMk id="3" creationId="{169E5D14-1B97-41EC-8036-87F4779D800C}"/>
          </ac:spMkLst>
        </pc:spChg>
      </pc:sldChg>
      <pc:sldChg chg="modSp new mod">
        <pc:chgData name="Naseela K T" userId="3d28eb2928cf7789" providerId="LiveId" clId="{D3D88293-D575-4879-8914-9EB6EC2BD1C2}" dt="2021-06-18T06:09:45.619" v="1288" actId="20577"/>
        <pc:sldMkLst>
          <pc:docMk/>
          <pc:sldMk cId="2579607138" sldId="284"/>
        </pc:sldMkLst>
        <pc:spChg chg="mod">
          <ac:chgData name="Naseela K T" userId="3d28eb2928cf7789" providerId="LiveId" clId="{D3D88293-D575-4879-8914-9EB6EC2BD1C2}" dt="2021-06-18T02:11:38.120" v="446" actId="20577"/>
          <ac:spMkLst>
            <pc:docMk/>
            <pc:sldMk cId="2579607138" sldId="284"/>
            <ac:spMk id="2" creationId="{012073FB-1A2C-466F-B2CB-D5AB8A89FC79}"/>
          </ac:spMkLst>
        </pc:spChg>
        <pc:spChg chg="mod">
          <ac:chgData name="Naseela K T" userId="3d28eb2928cf7789" providerId="LiveId" clId="{D3D88293-D575-4879-8914-9EB6EC2BD1C2}" dt="2021-06-18T06:09:45.619" v="1288" actId="20577"/>
          <ac:spMkLst>
            <pc:docMk/>
            <pc:sldMk cId="2579607138" sldId="284"/>
            <ac:spMk id="3" creationId="{1FEEF6FB-BCDC-4FDF-BA82-2624E42C22A9}"/>
          </ac:spMkLst>
        </pc:spChg>
      </pc:sldChg>
      <pc:sldChg chg="modSp new mod">
        <pc:chgData name="Naseela K T" userId="3d28eb2928cf7789" providerId="LiveId" clId="{D3D88293-D575-4879-8914-9EB6EC2BD1C2}" dt="2021-06-18T02:17:29.422" v="487" actId="255"/>
        <pc:sldMkLst>
          <pc:docMk/>
          <pc:sldMk cId="1177931303" sldId="285"/>
        </pc:sldMkLst>
        <pc:spChg chg="mod">
          <ac:chgData name="Naseela K T" userId="3d28eb2928cf7789" providerId="LiveId" clId="{D3D88293-D575-4879-8914-9EB6EC2BD1C2}" dt="2021-06-18T02:12:34.818" v="461" actId="14100"/>
          <ac:spMkLst>
            <pc:docMk/>
            <pc:sldMk cId="1177931303" sldId="285"/>
            <ac:spMk id="2" creationId="{C57FED1D-92CC-4984-99AF-90492AEFA052}"/>
          </ac:spMkLst>
        </pc:spChg>
        <pc:spChg chg="mod">
          <ac:chgData name="Naseela K T" userId="3d28eb2928cf7789" providerId="LiveId" clId="{D3D88293-D575-4879-8914-9EB6EC2BD1C2}" dt="2021-06-18T02:17:29.422" v="487" actId="255"/>
          <ac:spMkLst>
            <pc:docMk/>
            <pc:sldMk cId="1177931303" sldId="285"/>
            <ac:spMk id="3" creationId="{ECD67B80-6855-4CAF-88EF-9D8F4A8EDD9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7/30/2021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7/30/2021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7/30/2021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7/30/2021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7/30/2021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7/30/2021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7/30/2021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7/30/2021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7/30/2021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7/30/2021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7/30/2021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36425A1-91AB-4246-8B70-7ABF5B8C469D}" type="datetimeFigureOut">
              <a:rPr lang="en-IN" smtClean="0"/>
              <a:t>30-07-2021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945126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36425A1-91AB-4246-8B70-7ABF5B8C469D}" type="datetimeFigureOut">
              <a:rPr lang="en-IN" smtClean="0"/>
              <a:t>30-07-2021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1547624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6425A1-91AB-4246-8B70-7ABF5B8C469D}" type="datetimeFigureOut">
              <a:rPr lang="en-IN" smtClean="0"/>
              <a:t>30-07-2021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3267664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36425A1-91AB-4246-8B70-7ABF5B8C469D}" type="datetimeFigureOut">
              <a:rPr lang="en-IN" smtClean="0"/>
              <a:t>30-07-2021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28298474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36425A1-91AB-4246-8B70-7ABF5B8C469D}" type="datetimeFigureOut">
              <a:rPr lang="en-IN" smtClean="0"/>
              <a:t>30-07-2021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14274113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36425A1-91AB-4246-8B70-7ABF5B8C469D}" type="datetimeFigureOut">
              <a:rPr lang="en-IN" smtClean="0"/>
              <a:t>30-07-2021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17163877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6425A1-91AB-4246-8B70-7ABF5B8C469D}" type="datetimeFigureOut">
              <a:rPr lang="en-IN" smtClean="0"/>
              <a:t>30-07-2021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9802526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6425A1-91AB-4246-8B70-7ABF5B8C469D}" type="datetimeFigureOut">
              <a:rPr lang="en-IN" smtClean="0"/>
              <a:t>30-07-2021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29237217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36425A1-91AB-4246-8B70-7ABF5B8C469D}" type="datetimeFigureOut">
              <a:rPr lang="en-IN" smtClean="0"/>
              <a:t>30-07-2021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40578577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36425A1-91AB-4246-8B70-7ABF5B8C469D}" type="datetimeFigureOut">
              <a:rPr lang="en-IN" smtClean="0"/>
              <a:t>30-07-2021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38276061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36425A1-91AB-4246-8B70-7ABF5B8C469D}" type="datetimeFigureOut">
              <a:rPr lang="en-IN" smtClean="0"/>
              <a:t>30-07-2021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0175A60-5270-4127-9B16-D8F7221487A0}" type="slidenum">
              <a:rPr lang="en-IN" smtClean="0"/>
              <a:t>‹#›</a:t>
            </a:fld>
            <a:endParaRPr lang="en-IN"/>
          </a:p>
        </p:txBody>
      </p:sp>
    </p:spTree>
    <p:extLst>
      <p:ext uri="{BB962C8B-B14F-4D97-AF65-F5344CB8AC3E}">
        <p14:creationId xmlns:p14="http://schemas.microsoft.com/office/powerpoint/2010/main" val="4097501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7/30/2021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6425A1-91AB-4246-8B70-7ABF5B8C469D}" type="datetimeFigureOut">
              <a:rPr lang="en-IN" smtClean="0"/>
              <a:t>30-07-2021</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175A60-5270-4127-9B16-D8F7221487A0}" type="slidenum">
              <a:rPr lang="en-IN" smtClean="0"/>
              <a:t>‹#›</a:t>
            </a:fld>
            <a:endParaRPr lang="en-IN"/>
          </a:p>
        </p:txBody>
      </p:sp>
    </p:spTree>
    <p:extLst>
      <p:ext uri="{BB962C8B-B14F-4D97-AF65-F5344CB8AC3E}">
        <p14:creationId xmlns:p14="http://schemas.microsoft.com/office/powerpoint/2010/main" val="702110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image" Target="../media/image3.tmp"/><Relationship Id="rId1" Type="http://schemas.openxmlformats.org/officeDocument/2006/relationships/slideLayout" Target="../slideLayouts/slideLayout2.xml"/><Relationship Id="rId5" Type="http://schemas.openxmlformats.org/officeDocument/2006/relationships/image" Target="../media/image6.tmp"/><Relationship Id="rId4" Type="http://schemas.openxmlformats.org/officeDocument/2006/relationships/image" Target="../media/image5.tmp"/></Relationships>
</file>

<file path=ppt/slides/_rels/slide16.xml.rels><?xml version="1.0" encoding="UTF-8" standalone="yes"?>
<Relationships xmlns="http://schemas.openxmlformats.org/package/2006/relationships"><Relationship Id="rId3" Type="http://schemas.openxmlformats.org/officeDocument/2006/relationships/image" Target="../media/image8.tmp"/><Relationship Id="rId2" Type="http://schemas.openxmlformats.org/officeDocument/2006/relationships/image" Target="../media/image7.tmp"/><Relationship Id="rId1" Type="http://schemas.openxmlformats.org/officeDocument/2006/relationships/slideLayout" Target="../slideLayouts/slideLayout1.xml"/><Relationship Id="rId5" Type="http://schemas.openxmlformats.org/officeDocument/2006/relationships/image" Target="../media/image10.tmp"/><Relationship Id="rId4" Type="http://schemas.openxmlformats.org/officeDocument/2006/relationships/image" Target="../media/image9.tmp"/></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B33EF-D0D0-4E67-B501-FC4D0028D5C2}"/>
              </a:ext>
            </a:extLst>
          </p:cNvPr>
          <p:cNvSpPr>
            <a:spLocks noGrp="1"/>
          </p:cNvSpPr>
          <p:nvPr>
            <p:ph type="title"/>
          </p:nvPr>
        </p:nvSpPr>
        <p:spPr>
          <a:xfrm>
            <a:off x="838200" y="490194"/>
            <a:ext cx="10515600" cy="1970202"/>
          </a:xfrm>
        </p:spPr>
        <p:txBody>
          <a:bodyPr>
            <a:normAutofit/>
          </a:bodyPr>
          <a:lstStyle/>
          <a:p>
            <a:pPr algn="ctr"/>
            <a:r>
              <a:rPr lang="en-IN" sz="3600" dirty="0">
                <a:latin typeface="Times New Roman" panose="02020603050405020304" pitchFamily="18" charset="0"/>
                <a:cs typeface="Times New Roman" panose="02020603050405020304" pitchFamily="18" charset="0"/>
              </a:rPr>
              <a:t>CREDIT CARD FRAUD DETECTION USING                           </a:t>
            </a:r>
            <a:br>
              <a:rPr lang="en-IN" sz="3600" dirty="0">
                <a:latin typeface="Times New Roman" panose="02020603050405020304" pitchFamily="18" charset="0"/>
                <a:cs typeface="Times New Roman" panose="02020603050405020304" pitchFamily="18" charset="0"/>
              </a:rPr>
            </a:br>
            <a:r>
              <a:rPr lang="en-IN" sz="3600" dirty="0">
                <a:latin typeface="Times New Roman" panose="02020603050405020304" pitchFamily="18" charset="0"/>
                <a:cs typeface="Times New Roman" panose="02020603050405020304" pitchFamily="18" charset="0"/>
              </a:rPr>
              <a:t>MACHINE LEARNING</a:t>
            </a:r>
            <a:br>
              <a:rPr lang="en-IN" sz="3600" dirty="0">
                <a:latin typeface="Times New Roman" panose="02020603050405020304" pitchFamily="18" charset="0"/>
                <a:cs typeface="Times New Roman" panose="02020603050405020304" pitchFamily="18" charset="0"/>
              </a:rPr>
            </a:br>
            <a:br>
              <a:rPr lang="en-IN" sz="36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Domain: Machine Learning</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8BE4467-7BAE-4AD9-BB86-B51D0D4E500D}"/>
              </a:ext>
            </a:extLst>
          </p:cNvPr>
          <p:cNvSpPr>
            <a:spLocks noGrp="1"/>
          </p:cNvSpPr>
          <p:nvPr>
            <p:ph sz="half" idx="1"/>
          </p:nvPr>
        </p:nvSpPr>
        <p:spPr>
          <a:xfrm>
            <a:off x="1095866" y="3751867"/>
            <a:ext cx="5000134" cy="2425095"/>
          </a:xfrm>
        </p:spPr>
        <p:txBody>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Guided by</a:t>
            </a:r>
            <a:r>
              <a:rPr kumimoji="0" lang="en-I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Mr.G.Deeban Chakkarawarthi,M.E,MBA,</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Assistant Professor,</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Department of Computer Science and Engineering,</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JCT College of Engineering and Technology,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Pichanur, Coimbatore                                                                        </a:t>
            </a:r>
          </a:p>
          <a:p>
            <a:pPr marL="0" indent="0">
              <a:buNone/>
            </a:pPr>
            <a:endParaRPr lang="en-IN" dirty="0"/>
          </a:p>
        </p:txBody>
      </p:sp>
      <p:sp>
        <p:nvSpPr>
          <p:cNvPr id="4" name="Content Placeholder 3">
            <a:extLst>
              <a:ext uri="{FF2B5EF4-FFF2-40B4-BE49-F238E27FC236}">
                <a16:creationId xmlns:a16="http://schemas.microsoft.com/office/drawing/2014/main" id="{55D417FE-D84D-48CE-AF1B-DCC857474FC0}"/>
              </a:ext>
            </a:extLst>
          </p:cNvPr>
          <p:cNvSpPr>
            <a:spLocks noGrp="1"/>
          </p:cNvSpPr>
          <p:nvPr>
            <p:ph sz="half" idx="2"/>
          </p:nvPr>
        </p:nvSpPr>
        <p:spPr>
          <a:xfrm>
            <a:off x="6523348" y="3428999"/>
            <a:ext cx="5000134" cy="2747963"/>
          </a:xfrm>
        </p:spPr>
        <p:txBody>
          <a:body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en-IN" altLang="en-US" sz="1600" b="1"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Project Done by</a:t>
            </a:r>
            <a:r>
              <a:rPr kumimoji="0" lang="en-IN" altLang="en-US" sz="16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 </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Irfana K V (Reg.No: 720917104020)</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Naseela K T (Reg.No: 720917104036)</a:t>
            </a:r>
          </a:p>
          <a:p>
            <a:pPr marL="0" marR="0" lvl="0" indent="0" algn="l" defTabSz="914400" rtl="0" eaLnBrk="1" fontAlgn="auto" latinLnBrk="0" hangingPunct="1">
              <a:lnSpc>
                <a:spcPct val="200000"/>
              </a:lnSpc>
              <a:spcBef>
                <a:spcPts val="0"/>
              </a:spcBef>
              <a:spcAft>
                <a:spcPts val="0"/>
              </a:spcAft>
              <a:buClrTx/>
              <a:buSzTx/>
              <a:buFontTx/>
              <a:buNone/>
              <a:tabLst/>
              <a:defRPr/>
            </a:pPr>
            <a:r>
              <a:rPr kumimoji="0" lang="en-IN" sz="1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Akshay Sivaraj (Reg.No: 720917104701)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Final Year, Department of Computer Science and Engineering,</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en-IN" altLang="en-US" sz="1400" b="0" i="0" u="none" strike="noStrike" kern="1200" cap="none" spc="0" normalizeH="0" baseline="0" noProof="0" dirty="0">
                <a:ln>
                  <a:noFill/>
                </a:ln>
                <a:solidFill>
                  <a:prstClr val="black"/>
                </a:solidFill>
                <a:effectLst/>
                <a:uLnTx/>
                <a:uFillTx/>
                <a:latin typeface="Times New Roman" panose="02020603050405020304" pitchFamily="18" charset="0"/>
                <a:ea typeface="Verdana" panose="020B0604030504040204" pitchFamily="34" charset="0"/>
                <a:cs typeface="Times New Roman" panose="02020603050405020304" pitchFamily="18" charset="0"/>
              </a:rPr>
              <a:t>JCT College of Engineering and Technology, Pichanur, Coimbatore</a:t>
            </a:r>
          </a:p>
          <a:p>
            <a:pPr marL="0" indent="0">
              <a:buNone/>
            </a:pPr>
            <a:endParaRPr lang="en-IN" dirty="0"/>
          </a:p>
        </p:txBody>
      </p:sp>
    </p:spTree>
    <p:extLst>
      <p:ext uri="{BB962C8B-B14F-4D97-AF65-F5344CB8AC3E}">
        <p14:creationId xmlns:p14="http://schemas.microsoft.com/office/powerpoint/2010/main" val="81833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11086"/>
            <a:ext cx="9144000" cy="537327"/>
          </a:xfrm>
        </p:spPr>
        <p:txBody>
          <a:bodyPr>
            <a:normAutofit/>
          </a:bodyPr>
          <a:lstStyle/>
          <a:p>
            <a:r>
              <a:rPr lang="en-IN" sz="3200" dirty="0">
                <a:latin typeface="Times New Roman" panose="02020603050405020304" pitchFamily="18" charset="0"/>
                <a:cs typeface="Times New Roman" panose="02020603050405020304" pitchFamily="18" charset="0"/>
              </a:rPr>
              <a:t>ABSTRACT</a:t>
            </a:r>
          </a:p>
        </p:txBody>
      </p:sp>
      <p:sp>
        <p:nvSpPr>
          <p:cNvPr id="3" name="Subtitle 2"/>
          <p:cNvSpPr>
            <a:spLocks noGrp="1"/>
          </p:cNvSpPr>
          <p:nvPr>
            <p:ph type="subTitle" idx="1"/>
          </p:nvPr>
        </p:nvSpPr>
        <p:spPr>
          <a:xfrm>
            <a:off x="669303" y="961535"/>
            <a:ext cx="10897386" cy="5429838"/>
          </a:xfrm>
        </p:spPr>
        <p:txBody>
          <a:bodyPr>
            <a:normAutofit fontScale="92500"/>
          </a:bodyPr>
          <a:lstStyle/>
          <a:p>
            <a:pPr marL="342900" indent="-342900" algn="just">
              <a:lnSpc>
                <a:spcPct val="120000"/>
              </a:lnSpc>
              <a:buFont typeface="Arial" panose="020B0604020202020204" pitchFamily="34" charset="0"/>
              <a:buChar char="•"/>
              <a:defRPr/>
            </a:pPr>
            <a:r>
              <a:rPr kumimoji="0" lang="en-US"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For years,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card-present frauds </a:t>
            </a:r>
            <a:r>
              <a:rPr kumimoji="0" lang="en-US"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were the most popular type of card fraud where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perpetrators</a:t>
            </a:r>
            <a:r>
              <a:rPr kumimoji="0" lang="en-US"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were presenting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stolen</a:t>
            </a:r>
            <a:r>
              <a:rPr kumimoji="0" lang="en-US"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or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counterfeit</a:t>
            </a:r>
            <a:r>
              <a:rPr kumimoji="0" lang="en-US"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cards in order to make a purchase.</a:t>
            </a:r>
          </a:p>
          <a:p>
            <a:pPr marL="342900" indent="-342900" algn="just">
              <a:lnSpc>
                <a:spcPct val="120000"/>
              </a:lnSpc>
              <a:buFont typeface="Arial" panose="020B0604020202020204" pitchFamily="34" charset="0"/>
              <a:buChar char="•"/>
              <a:defRPr/>
            </a:pPr>
            <a:r>
              <a:rPr kumimoji="0" lang="en-US"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Most credit card fraud nowadays, however, are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card not present</a:t>
            </a:r>
            <a:r>
              <a:rPr kumimoji="0" lang="en-US"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usually involving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online</a:t>
            </a:r>
            <a:r>
              <a:rPr kumimoji="0" lang="en-US"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or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over-the-phone</a:t>
            </a:r>
            <a:r>
              <a:rPr kumimoji="0" lang="en-US"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exchanges where physical card does not have to be presented.</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It result in huge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financial losses</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a:t>
            </a:r>
            <a:endParaRPr kumimoji="0" lang="en-US"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p>
            <a:pPr marL="342900" indent="-342900" algn="just">
              <a:lnSpc>
                <a:spcPct val="120000"/>
              </a:lnSpc>
              <a:buFont typeface="Arial" panose="020B0604020202020204" pitchFamily="34" charset="0"/>
              <a:buChar char="•"/>
              <a:defRPr/>
            </a:pP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Criminals can use some technologies such as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Trojan</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or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Phishing</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to steal the information of other people’s credit cards. </a:t>
            </a:r>
          </a:p>
          <a:p>
            <a:pPr marL="342900" indent="-342900" algn="just">
              <a:lnSpc>
                <a:spcPct val="120000"/>
              </a:lnSpc>
              <a:buFont typeface="Arial" panose="020B0604020202020204" pitchFamily="34" charset="0"/>
              <a:buChar char="•"/>
              <a:defRPr/>
            </a:pP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Therefore, an effective fraud detection method is important since it can identify a fraud in time when a criminal uses a stolen card to consume. </a:t>
            </a:r>
          </a:p>
          <a:p>
            <a:pPr marL="342900" indent="-342900" algn="just">
              <a:lnSpc>
                <a:spcPct val="120000"/>
              </a:lnSpc>
              <a:buFont typeface="Arial" panose="020B0604020202020204" pitchFamily="34" charset="0"/>
              <a:buChar char="•"/>
              <a:defRPr/>
            </a:pP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One method is to make full use of the </a:t>
            </a:r>
            <a:r>
              <a:rPr kumimoji="0" lang="en-US" b="1" i="1"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historical transaction data </a:t>
            </a:r>
            <a:r>
              <a:rPr kumimoji="0" 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including normal transactions and fraud ones to obtain normal/fraud behavior features based on machine learning techniques, and then utilize these features to check if a transaction is fraud or not. </a:t>
            </a: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43061"/>
            <a:ext cx="9144000" cy="688156"/>
          </a:xfrm>
        </p:spPr>
        <p:txBody>
          <a:bodyPr>
            <a:normAutofit/>
          </a:bodyPr>
          <a:lstStyle/>
          <a:p>
            <a:r>
              <a:rPr lang="en-IN" sz="3200" dirty="0">
                <a:latin typeface="Times New Roman" panose="02020603050405020304" pitchFamily="18" charset="0"/>
                <a:cs typeface="Times New Roman" panose="02020603050405020304" pitchFamily="18" charset="0"/>
              </a:rPr>
              <a:t>LITERATURE SURVEY</a:t>
            </a:r>
          </a:p>
        </p:txBody>
      </p:sp>
      <p:sp>
        <p:nvSpPr>
          <p:cNvPr id="3" name="Subtitle 2"/>
          <p:cNvSpPr>
            <a:spLocks noGrp="1"/>
          </p:cNvSpPr>
          <p:nvPr>
            <p:ph type="subTitle" idx="1"/>
          </p:nvPr>
        </p:nvSpPr>
        <p:spPr>
          <a:xfrm>
            <a:off x="697584" y="1310325"/>
            <a:ext cx="10671142" cy="5241303"/>
          </a:xfrm>
        </p:spPr>
        <p:txBody>
          <a:bodyPr>
            <a:normAutofit/>
          </a:bodyPr>
          <a:lstStyle/>
          <a:p>
            <a:pPr marL="342900" marR="0" lvl="0" indent="-342900" algn="just" defTabSz="914400" rtl="0" eaLnBrk="1" fontAlgn="auto" latinLnBrk="0" hangingPunct="1">
              <a:lnSpc>
                <a:spcPct val="90000"/>
              </a:lnSpc>
              <a:spcBef>
                <a:spcPts val="1000"/>
              </a:spcBef>
              <a:spcAft>
                <a:spcPts val="600"/>
              </a:spcAft>
              <a:buClrTx/>
              <a:buSzTx/>
              <a:buFont typeface="Wingdings" panose="05000000000000000000" pitchFamily="2" charset="2"/>
              <a:buChar char="Ø"/>
              <a:defRPr/>
            </a:pPr>
            <a:r>
              <a:rPr lang="en-US" sz="1800" dirty="0">
                <a:latin typeface="Times New Roman" panose="02020603050405020304" pitchFamily="18" charset="0"/>
                <a:cs typeface="Times New Roman" panose="02020603050405020304" pitchFamily="18" charset="0"/>
              </a:rPr>
              <a:t>A paper done by </a:t>
            </a:r>
            <a:r>
              <a:rPr lang="sv-SE" sz="1800" dirty="0">
                <a:latin typeface="Times New Roman" panose="02020603050405020304" pitchFamily="18" charset="0"/>
                <a:cs typeface="Times New Roman" panose="02020603050405020304" pitchFamily="18" charset="0"/>
              </a:rPr>
              <a:t>Mandeep Singh, Sunny Kumar, Tushant Garg on </a:t>
            </a:r>
            <a:r>
              <a:rPr lang="en-US" sz="1800" dirty="0">
                <a:latin typeface="Times New Roman" panose="02020603050405020304" pitchFamily="18" charset="0"/>
                <a:cs typeface="Times New Roman" panose="02020603050405020304" pitchFamily="18" charset="0"/>
              </a:rPr>
              <a:t>“Credit Card Fraud Detection Using Hidden Markov Model”  explained a</a:t>
            </a:r>
            <a:r>
              <a:rPr lang="en-US" sz="1400" dirty="0"/>
              <a:t> </a:t>
            </a:r>
            <a:r>
              <a:rPr lang="en-US" sz="1800" dirty="0">
                <a:latin typeface="Times New Roman" panose="02020603050405020304" pitchFamily="18" charset="0"/>
                <a:cs typeface="Times New Roman" panose="02020603050405020304" pitchFamily="18" charset="0"/>
              </a:rPr>
              <a:t>method to find the spending profile of cardholders and then trying to find out the observation symbols which will help us for an initial estimate of the model parameters. It will also be explained how the HMM can detect whether an incoming transaction is genuine or not.</a:t>
            </a:r>
          </a:p>
          <a:p>
            <a:pPr marL="342900" marR="0" lvl="0" indent="-342900" algn="just" defTabSz="914400" rtl="0" eaLnBrk="1" fontAlgn="auto" latinLnBrk="0" hangingPunct="1">
              <a:lnSpc>
                <a:spcPct val="90000"/>
              </a:lnSpc>
              <a:spcBef>
                <a:spcPts val="1000"/>
              </a:spcBef>
              <a:spcAft>
                <a:spcPts val="600"/>
              </a:spcAft>
              <a:buClrTx/>
              <a:buSzTx/>
              <a:buFont typeface="Wingdings" panose="05000000000000000000" pitchFamily="2" charset="2"/>
              <a:buChar char="Ø"/>
              <a:defRPr/>
            </a:pPr>
            <a:r>
              <a:rPr lang="en-US" sz="1800" dirty="0">
                <a:latin typeface="Times New Roman" panose="02020603050405020304" pitchFamily="18" charset="0"/>
                <a:cs typeface="Times New Roman" panose="02020603050405020304" pitchFamily="18" charset="0"/>
              </a:rPr>
              <a:t>A similar research domain was presented by </a:t>
            </a:r>
            <a:r>
              <a:rPr lang="en-IN" sz="1800" dirty="0">
                <a:latin typeface="Times New Roman" panose="02020603050405020304" pitchFamily="18" charset="0"/>
                <a:cs typeface="Times New Roman" panose="02020603050405020304" pitchFamily="18" charset="0"/>
              </a:rPr>
              <a:t>S P </a:t>
            </a:r>
            <a:r>
              <a:rPr lang="en-IN" sz="1800" dirty="0" err="1">
                <a:latin typeface="Times New Roman" panose="02020603050405020304" pitchFamily="18" charset="0"/>
                <a:cs typeface="Times New Roman" panose="02020603050405020304" pitchFamily="18" charset="0"/>
              </a:rPr>
              <a:t>Maniraj</a:t>
            </a:r>
            <a:r>
              <a:rPr lang="en-IN" sz="1800" dirty="0">
                <a:latin typeface="Times New Roman" panose="02020603050405020304" pitchFamily="18" charset="0"/>
                <a:cs typeface="Times New Roman" panose="02020603050405020304" pitchFamily="18" charset="0"/>
              </a:rPr>
              <a:t>, Aditya Saini, and Swarna Deep Sarkar </a:t>
            </a:r>
            <a:r>
              <a:rPr lang="en-IN" sz="1800" i="1" dirty="0">
                <a:latin typeface="Times New Roman" panose="02020603050405020304" pitchFamily="18" charset="0"/>
                <a:cs typeface="Times New Roman" panose="02020603050405020304" pitchFamily="18" charset="0"/>
              </a:rPr>
              <a:t>[ </a:t>
            </a:r>
            <a:r>
              <a:rPr kumimoji="0" lang="en-US" sz="1800" b="0" i="1"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International Journal of Engineering and Advanced Technology (IJEAT) ISSN: 2249-8958, Volume-8 Issue-5, June 2019</a:t>
            </a:r>
            <a:r>
              <a:rPr kumimoji="0" lang="en-US" sz="18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a:t>
            </a:r>
            <a:r>
              <a:rPr lang="en-IN" sz="1800" dirty="0">
                <a:latin typeface="Times New Roman" panose="02020603050405020304" pitchFamily="18" charset="0"/>
                <a:cs typeface="Times New Roman" panose="02020603050405020304" pitchFamily="18" charset="0"/>
              </a:rPr>
              <a:t> where they used Machine Learning and Data Science</a:t>
            </a:r>
            <a:r>
              <a:rPr lang="en-US" sz="1800" dirty="0">
                <a:latin typeface="Times New Roman" panose="02020603050405020304" pitchFamily="18" charset="0"/>
                <a:cs typeface="Times New Roman" panose="02020603050405020304" pitchFamily="18" charset="0"/>
              </a:rPr>
              <a:t>. This paper has explained in detail, how machine learning can be applied to get better results in fraud detection along with the algorithm, pseudocode, explanation its implementation and experimentation results. It end up creating a system that can, with enough time and data.</a:t>
            </a:r>
          </a:p>
          <a:p>
            <a:pPr marL="342900" indent="-342900" algn="just">
              <a:spcAft>
                <a:spcPts val="600"/>
              </a:spcAft>
              <a:buFont typeface="Wingdings" panose="05000000000000000000" pitchFamily="2" charset="2"/>
              <a:buChar char="Ø"/>
              <a:defRPr/>
            </a:pPr>
            <a:r>
              <a:rPr lang="en-US" sz="1800" dirty="0">
                <a:latin typeface="Times New Roman" panose="02020603050405020304" pitchFamily="18" charset="0"/>
                <a:cs typeface="Times New Roman" panose="02020603050405020304" pitchFamily="18" charset="0"/>
              </a:rPr>
              <a:t>Another paper was done by </a:t>
            </a:r>
            <a:r>
              <a:rPr lang="en-IN" sz="1800" dirty="0" err="1">
                <a:latin typeface="Times New Roman" panose="02020603050405020304" pitchFamily="18" charset="0"/>
                <a:cs typeface="Times New Roman" panose="02020603050405020304" pitchFamily="18" charset="0"/>
              </a:rPr>
              <a:t>Sahayasakila.V</a:t>
            </a:r>
            <a:r>
              <a:rPr lang="en-IN" sz="1800" dirty="0">
                <a:latin typeface="Times New Roman" panose="02020603050405020304" pitchFamily="18" charset="0"/>
                <a:cs typeface="Times New Roman" panose="02020603050405020304" pitchFamily="18" charset="0"/>
              </a:rPr>
              <a:t>, D. Kavya </a:t>
            </a:r>
            <a:r>
              <a:rPr lang="en-IN" sz="1800" dirty="0" err="1">
                <a:latin typeface="Times New Roman" panose="02020603050405020304" pitchFamily="18" charset="0"/>
                <a:cs typeface="Times New Roman" panose="02020603050405020304" pitchFamily="18" charset="0"/>
              </a:rPr>
              <a:t>Monisha</a:t>
            </a:r>
            <a:r>
              <a:rPr lang="en-IN" sz="1800" dirty="0">
                <a:latin typeface="Times New Roman" panose="02020603050405020304" pitchFamily="18" charset="0"/>
                <a:cs typeface="Times New Roman" panose="02020603050405020304" pitchFamily="18" charset="0"/>
              </a:rPr>
              <a:t>, Aishwarya, </a:t>
            </a:r>
            <a:r>
              <a:rPr lang="en-IN" sz="1800" dirty="0" err="1">
                <a:latin typeface="Times New Roman" panose="02020603050405020304" pitchFamily="18" charset="0"/>
                <a:cs typeface="Times New Roman" panose="02020603050405020304" pitchFamily="18" charset="0"/>
              </a:rPr>
              <a:t>Sikhakolli</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VenkatavisalakshiseshsaiYasaswi</a:t>
            </a:r>
            <a:r>
              <a:rPr lang="en-IN" sz="1800" dirty="0">
                <a:latin typeface="Times New Roman" panose="02020603050405020304" pitchFamily="18" charset="0"/>
                <a:cs typeface="Times New Roman" panose="02020603050405020304" pitchFamily="18" charset="0"/>
              </a:rPr>
              <a:t> on “</a:t>
            </a:r>
            <a:r>
              <a:rPr lang="en-US" sz="1800" dirty="0">
                <a:latin typeface="Times New Roman" panose="02020603050405020304" pitchFamily="18" charset="0"/>
                <a:cs typeface="Times New Roman" panose="02020603050405020304" pitchFamily="18" charset="0"/>
              </a:rPr>
              <a:t>Credit Card Fraud Detection System using Smote Technique and Whale Optimization Algorithm” [</a:t>
            </a:r>
            <a:r>
              <a:rPr lang="en-US" sz="1800" i="1" dirty="0">
                <a:latin typeface="Times New Roman" panose="02020603050405020304" pitchFamily="18" charset="0"/>
                <a:cs typeface="Times New Roman" panose="02020603050405020304" pitchFamily="18" charset="0"/>
              </a:rPr>
              <a:t>International Journal of Engineering and Advanced Technology (IJEAT) ISSN: 2249-8958, Volume-8 Issue-5, June 2019</a:t>
            </a:r>
            <a:r>
              <a:rPr lang="en-US" sz="1800" dirty="0">
                <a:latin typeface="Times New Roman" panose="02020603050405020304" pitchFamily="18" charset="0"/>
                <a:cs typeface="Times New Roman" panose="02020603050405020304" pitchFamily="18" charset="0"/>
              </a:rPr>
              <a:t>] their aims in </a:t>
            </a:r>
            <a:r>
              <a:rPr lang="en-US" sz="1800" dirty="0" err="1">
                <a:latin typeface="Times New Roman" panose="02020603050405020304" pitchFamily="18" charset="0"/>
                <a:cs typeface="Times New Roman" panose="02020603050405020304" pitchFamily="18" charset="0"/>
              </a:rPr>
              <a:t>indentifying</a:t>
            </a:r>
            <a:r>
              <a:rPr lang="en-US" sz="1800" dirty="0">
                <a:latin typeface="Times New Roman" panose="02020603050405020304" pitchFamily="18" charset="0"/>
                <a:cs typeface="Times New Roman" panose="02020603050405020304" pitchFamily="18" charset="0"/>
              </a:rPr>
              <a:t> the fraud transactions occurring during the transactions made by the card holder. The system also aims to improve the convergence speed and solves the data imbalance.</a:t>
            </a:r>
            <a:endParaRPr lang="en-US" altLang="en-IN" sz="1800" dirty="0">
              <a:latin typeface="Times New Roman" panose="02020603050405020304" pitchFamily="18" charset="0"/>
              <a:cs typeface="Times New Roman" panose="02020603050405020304" pitchFamily="18" charset="0"/>
            </a:endParaRPr>
          </a:p>
          <a:p>
            <a:pPr marL="342900" marR="0" lvl="0" indent="-342900" algn="just" defTabSz="914400" rtl="0" eaLnBrk="1" fontAlgn="auto" latinLnBrk="0" hangingPunct="1">
              <a:lnSpc>
                <a:spcPct val="90000"/>
              </a:lnSpc>
              <a:spcBef>
                <a:spcPts val="1000"/>
              </a:spcBef>
              <a:spcAft>
                <a:spcPts val="600"/>
              </a:spcAft>
              <a:buClrTx/>
              <a:buSzTx/>
              <a:buFont typeface="Wingdings" panose="05000000000000000000" pitchFamily="2" charset="2"/>
              <a:buChar char="Ø"/>
              <a:defRPr/>
            </a:pPr>
            <a:endParaRPr lang="en-US" sz="1800" dirty="0">
              <a:latin typeface="Times New Roman" panose="02020603050405020304" pitchFamily="18" charset="0"/>
              <a:cs typeface="Times New Roman" panose="02020603050405020304" pitchFamily="18" charset="0"/>
            </a:endParaRPr>
          </a:p>
          <a:p>
            <a:pPr marR="0" lvl="0" algn="just" defTabSz="914400" rtl="0" eaLnBrk="1" fontAlgn="auto" latinLnBrk="0" hangingPunct="1">
              <a:lnSpc>
                <a:spcPct val="90000"/>
              </a:lnSpc>
              <a:spcBef>
                <a:spcPts val="1000"/>
              </a:spcBef>
              <a:spcAft>
                <a:spcPts val="600"/>
              </a:spcAft>
              <a:buClrTx/>
              <a:buSzTx/>
              <a:defRPr/>
            </a:pPr>
            <a:endParaRPr lang="en-US" sz="1800" dirty="0">
              <a:latin typeface="Times New Roman" panose="02020603050405020304" pitchFamily="18" charset="0"/>
              <a:cs typeface="Times New Roman" panose="02020603050405020304" pitchFamily="18" charset="0"/>
            </a:endParaRPr>
          </a:p>
          <a:p>
            <a:pPr algn="just">
              <a:defRPr/>
            </a:pPr>
            <a:endParaRPr lang="en-US" altLang="en-IN" sz="2000" dirty="0">
              <a:latin typeface="Times New Roman" panose="02020603050405020304" pitchFamily="18" charset="0"/>
              <a:cs typeface="Times New Roman" panose="02020603050405020304" pitchFamily="18" charset="0"/>
            </a:endParaRPr>
          </a:p>
          <a:p>
            <a:pPr marR="0" lvl="0" algn="just" defTabSz="914400" rtl="0" eaLnBrk="1" fontAlgn="auto" latinLnBrk="0" hangingPunct="1">
              <a:lnSpc>
                <a:spcPct val="90000"/>
              </a:lnSpc>
              <a:spcBef>
                <a:spcPts val="1000"/>
              </a:spcBef>
              <a:spcAft>
                <a:spcPts val="0"/>
              </a:spcAft>
              <a:buClrTx/>
              <a:buSzTx/>
              <a:defRPr/>
            </a:pPr>
            <a:endParaRPr lang="en-US" sz="2000" dirty="0"/>
          </a:p>
          <a:p>
            <a:pPr marL="342900" indent="-342900" algn="l">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09048"/>
            <a:ext cx="9144000" cy="612742"/>
          </a:xfrm>
        </p:spPr>
        <p:txBody>
          <a:bodyPr>
            <a:normAutofit/>
          </a:bodyPr>
          <a:lstStyle/>
          <a:p>
            <a:r>
              <a:rPr lang="en-IN" sz="3200" dirty="0">
                <a:latin typeface="Times New Roman" panose="02020603050405020304" pitchFamily="18" charset="0"/>
                <a:cs typeface="Times New Roman" panose="02020603050405020304" pitchFamily="18" charset="0"/>
              </a:rPr>
              <a:t>INTRODUCTION</a:t>
            </a:r>
          </a:p>
        </p:txBody>
      </p:sp>
      <p:sp>
        <p:nvSpPr>
          <p:cNvPr id="3" name="Subtitle 2"/>
          <p:cNvSpPr>
            <a:spLocks noGrp="1"/>
          </p:cNvSpPr>
          <p:nvPr>
            <p:ph type="subTitle" idx="1"/>
          </p:nvPr>
        </p:nvSpPr>
        <p:spPr>
          <a:xfrm>
            <a:off x="707011" y="1244338"/>
            <a:ext cx="10887958" cy="5005634"/>
          </a:xfrm>
        </p:spPr>
        <p:txBody>
          <a:bodyPr/>
          <a:lstStyle/>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t>
            </a:r>
            <a:r>
              <a:rPr lang="en-US" b="1" i="1" dirty="0">
                <a:latin typeface="Times New Roman" panose="02020603050405020304" pitchFamily="18" charset="0"/>
                <a:cs typeface="Times New Roman" panose="02020603050405020304" pitchFamily="18" charset="0"/>
              </a:rPr>
              <a:t>Fraud</a:t>
            </a:r>
            <a:r>
              <a:rPr lang="en-US" dirty="0">
                <a:latin typeface="Times New Roman" panose="02020603050405020304" pitchFamily="18" charset="0"/>
                <a:cs typeface="Times New Roman" panose="02020603050405020304" pitchFamily="18" charset="0"/>
              </a:rPr>
              <a:t>’ in credit card transactions is </a:t>
            </a:r>
            <a:r>
              <a:rPr lang="en-US" b="1" i="1" dirty="0">
                <a:latin typeface="Times New Roman" panose="02020603050405020304" pitchFamily="18" charset="0"/>
                <a:cs typeface="Times New Roman" panose="02020603050405020304" pitchFamily="18" charset="0"/>
              </a:rPr>
              <a:t>unauthorized</a:t>
            </a:r>
            <a:r>
              <a:rPr lang="en-US" dirty="0">
                <a:latin typeface="Times New Roman" panose="02020603050405020304" pitchFamily="18" charset="0"/>
                <a:cs typeface="Times New Roman" panose="02020603050405020304" pitchFamily="18" charset="0"/>
              </a:rPr>
              <a:t> and </a:t>
            </a:r>
            <a:r>
              <a:rPr lang="en-US" b="1" i="1" dirty="0">
                <a:latin typeface="Times New Roman" panose="02020603050405020304" pitchFamily="18" charset="0"/>
                <a:cs typeface="Times New Roman" panose="02020603050405020304" pitchFamily="18" charset="0"/>
              </a:rPr>
              <a:t>unwanted</a:t>
            </a:r>
            <a:r>
              <a:rPr lang="en-US" dirty="0">
                <a:latin typeface="Times New Roman" panose="02020603050405020304" pitchFamily="18" charset="0"/>
                <a:cs typeface="Times New Roman" panose="02020603050405020304" pitchFamily="18" charset="0"/>
              </a:rPr>
              <a:t> usage of an account by </a:t>
            </a:r>
            <a:r>
              <a:rPr lang="en-US" b="1" i="1" dirty="0">
                <a:latin typeface="Times New Roman" panose="02020603050405020304" pitchFamily="18" charset="0"/>
                <a:cs typeface="Times New Roman" panose="02020603050405020304" pitchFamily="18" charset="0"/>
              </a:rPr>
              <a:t>someone</a:t>
            </a:r>
            <a:r>
              <a:rPr lang="en-US" dirty="0">
                <a:latin typeface="Times New Roman" panose="02020603050405020304" pitchFamily="18" charset="0"/>
                <a:cs typeface="Times New Roman" panose="02020603050405020304" pitchFamily="18" charset="0"/>
              </a:rPr>
              <a:t> other than the owner of that account.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Necessary prevention measures can be taken to stop this abuse and the behaviour of such fraudulent practices can be studied to minimize it and protect against similar occurrences in the future.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is a very relevant problem that demands the attention of communities such as </a:t>
            </a:r>
            <a:r>
              <a:rPr lang="en-US" b="1" i="1" dirty="0">
                <a:latin typeface="Times New Roman" panose="02020603050405020304" pitchFamily="18" charset="0"/>
                <a:cs typeface="Times New Roman" panose="02020603050405020304" pitchFamily="18" charset="0"/>
              </a:rPr>
              <a:t>machine learning </a:t>
            </a:r>
            <a:r>
              <a:rPr lang="en-US" dirty="0">
                <a:latin typeface="Times New Roman" panose="02020603050405020304" pitchFamily="18" charset="0"/>
                <a:cs typeface="Times New Roman" panose="02020603050405020304" pitchFamily="18" charset="0"/>
              </a:rPr>
              <a:t>and </a:t>
            </a:r>
            <a:r>
              <a:rPr lang="en-US" b="1" i="1" dirty="0">
                <a:latin typeface="Times New Roman" panose="02020603050405020304" pitchFamily="18" charset="0"/>
                <a:cs typeface="Times New Roman" panose="02020603050405020304" pitchFamily="18" charset="0"/>
              </a:rPr>
              <a:t>data science </a:t>
            </a:r>
            <a:r>
              <a:rPr lang="en-US" dirty="0">
                <a:latin typeface="Times New Roman" panose="02020603050405020304" pitchFamily="18" charset="0"/>
                <a:cs typeface="Times New Roman" panose="02020603050405020304" pitchFamily="18" charset="0"/>
              </a:rPr>
              <a:t>where the solution to this problem can be automated.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number of valid transactions far outnumber fraudulent ones. Also, the transaction patterns often change their statistical properties over the course of time.</a:t>
            </a:r>
          </a:p>
          <a:p>
            <a:pPr marL="342900" indent="-342900" algn="just">
              <a:buFont typeface="Arial" panose="020B0604020202020204" pitchFamily="34" charset="0"/>
              <a:buChar char="•"/>
            </a:pPr>
            <a:r>
              <a:rPr lang="en-US" b="1" i="1" dirty="0">
                <a:latin typeface="Times New Roman" panose="02020603050405020304" pitchFamily="18" charset="0"/>
                <a:cs typeface="Times New Roman" panose="02020603050405020304" pitchFamily="18" charset="0"/>
              </a:rPr>
              <a:t>Machine learning algorithms </a:t>
            </a:r>
            <a:r>
              <a:rPr lang="en-US" dirty="0">
                <a:latin typeface="Times New Roman" panose="02020603050405020304" pitchFamily="18" charset="0"/>
                <a:cs typeface="Times New Roman" panose="02020603050405020304" pitchFamily="18" charset="0"/>
              </a:rPr>
              <a:t>are employed to analyse all the </a:t>
            </a:r>
            <a:r>
              <a:rPr lang="en-US" b="1" i="1" dirty="0">
                <a:latin typeface="Times New Roman" panose="02020603050405020304" pitchFamily="18" charset="0"/>
                <a:cs typeface="Times New Roman" panose="02020603050405020304" pitchFamily="18" charset="0"/>
              </a:rPr>
              <a:t>authorized</a:t>
            </a:r>
            <a:r>
              <a:rPr lang="en-US" dirty="0">
                <a:latin typeface="Times New Roman" panose="02020603050405020304" pitchFamily="18" charset="0"/>
                <a:cs typeface="Times New Roman" panose="02020603050405020304" pitchFamily="18" charset="0"/>
              </a:rPr>
              <a:t> transactions and report the </a:t>
            </a:r>
            <a:r>
              <a:rPr lang="en-US" b="1" i="1" dirty="0">
                <a:latin typeface="Times New Roman" panose="02020603050405020304" pitchFamily="18" charset="0"/>
                <a:cs typeface="Times New Roman" panose="02020603050405020304" pitchFamily="18" charset="0"/>
              </a:rPr>
              <a:t>suspicious</a:t>
            </a:r>
            <a:r>
              <a:rPr lang="en-US" dirty="0">
                <a:latin typeface="Times New Roman" panose="02020603050405020304" pitchFamily="18" charset="0"/>
                <a:cs typeface="Times New Roman" panose="02020603050405020304" pitchFamily="18" charset="0"/>
              </a:rPr>
              <a:t> ones.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7550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61913"/>
            <a:ext cx="9288544" cy="669303"/>
          </a:xfrm>
        </p:spPr>
        <p:txBody>
          <a:bodyPr>
            <a:normAutofit/>
          </a:bodyPr>
          <a:lstStyle/>
          <a:p>
            <a:r>
              <a:rPr lang="en-IN" sz="3200" dirty="0">
                <a:latin typeface="Times New Roman" panose="02020603050405020304" pitchFamily="18" charset="0"/>
                <a:cs typeface="Times New Roman" panose="02020603050405020304" pitchFamily="18" charset="0"/>
              </a:rPr>
              <a:t>EXISTING SYSTEM</a:t>
            </a:r>
          </a:p>
        </p:txBody>
      </p:sp>
      <p:sp>
        <p:nvSpPr>
          <p:cNvPr id="3" name="Subtitle 2"/>
          <p:cNvSpPr>
            <a:spLocks noGrp="1"/>
          </p:cNvSpPr>
          <p:nvPr>
            <p:ph type="subTitle" idx="1"/>
          </p:nvPr>
        </p:nvSpPr>
        <p:spPr>
          <a:xfrm>
            <a:off x="744719" y="1216057"/>
            <a:ext cx="10925666" cy="5180029"/>
          </a:xfrm>
        </p:spPr>
        <p:txBody>
          <a:bodyPr>
            <a:noAutofit/>
          </a:bodyPr>
          <a:lstStyle/>
          <a:p>
            <a:pPr algn="just">
              <a:lnSpc>
                <a:spcPct val="150000"/>
              </a:lnSpc>
              <a:spcAft>
                <a:spcPts val="600"/>
              </a:spcAft>
            </a:pPr>
            <a:r>
              <a:rPr lang="en-US" sz="2000" b="1" i="0" dirty="0">
                <a:solidFill>
                  <a:srgbClr val="202124"/>
                </a:solidFill>
                <a:effectLst/>
                <a:latin typeface="Times New Roman" panose="02020603050405020304" pitchFamily="18" charset="0"/>
                <a:cs typeface="Times New Roman" panose="02020603050405020304" pitchFamily="18" charset="0"/>
              </a:rPr>
              <a:t>HIDDEN MARKOV MODEL</a:t>
            </a:r>
          </a:p>
          <a:p>
            <a:pPr marL="342900" indent="-342900" algn="just">
              <a:lnSpc>
                <a:spcPct val="100000"/>
              </a:lnSpc>
              <a:spcAft>
                <a:spcPts val="600"/>
              </a:spcAf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 </a:t>
            </a:r>
            <a:r>
              <a:rPr lang="en-US" sz="2000" b="1" i="1" dirty="0">
                <a:latin typeface="Times New Roman" panose="02020603050405020304" pitchFamily="18" charset="0"/>
                <a:cs typeface="Times New Roman" panose="02020603050405020304" pitchFamily="18" charset="0"/>
              </a:rPr>
              <a:t>Hidden Markov Model </a:t>
            </a:r>
            <a:r>
              <a:rPr lang="en-US" sz="2000" dirty="0">
                <a:latin typeface="Times New Roman" panose="02020603050405020304" pitchFamily="18" charset="0"/>
                <a:cs typeface="Times New Roman" panose="02020603050405020304" pitchFamily="18" charset="0"/>
              </a:rPr>
              <a:t>is a </a:t>
            </a:r>
            <a:r>
              <a:rPr lang="en-US" sz="2000" b="1" i="1" dirty="0">
                <a:latin typeface="Times New Roman" panose="02020603050405020304" pitchFamily="18" charset="0"/>
                <a:cs typeface="Times New Roman" panose="02020603050405020304" pitchFamily="18" charset="0"/>
              </a:rPr>
              <a:t>finite set of states </a:t>
            </a:r>
            <a:r>
              <a:rPr lang="en-US" sz="2000" dirty="0">
                <a:latin typeface="Times New Roman" panose="02020603050405020304" pitchFamily="18" charset="0"/>
                <a:cs typeface="Times New Roman" panose="02020603050405020304" pitchFamily="18" charset="0"/>
              </a:rPr>
              <a:t>in which each state is associated with a </a:t>
            </a:r>
            <a:r>
              <a:rPr lang="en-US" sz="2000" b="1" i="1" dirty="0">
                <a:latin typeface="Times New Roman" panose="02020603050405020304" pitchFamily="18" charset="0"/>
                <a:cs typeface="Times New Roman" panose="02020603050405020304" pitchFamily="18" charset="0"/>
              </a:rPr>
              <a:t>distribution of probability.</a:t>
            </a:r>
          </a:p>
          <a:p>
            <a:pPr marL="309150" indent="-342900" algn="just">
              <a:lnSpc>
                <a:spcPct val="100000"/>
              </a:lnSpc>
              <a:spcBef>
                <a:spcPts val="0"/>
              </a:spcBef>
              <a:buFont typeface="Wingdings" panose="05000000000000000000" pitchFamily="2" charset="2"/>
              <a:buChar char="§"/>
            </a:pPr>
            <a:r>
              <a:rPr lang="en-US" sz="2000" b="1" i="1" dirty="0">
                <a:latin typeface="Times New Roman" panose="02020603050405020304" pitchFamily="18" charset="0"/>
                <a:cs typeface="Times New Roman" panose="02020603050405020304" pitchFamily="18" charset="0"/>
              </a:rPr>
              <a:t>Transition probabilities</a:t>
            </a:r>
            <a:r>
              <a:rPr lang="en-US" sz="2000" dirty="0">
                <a:latin typeface="Times New Roman" panose="02020603050405020304" pitchFamily="18" charset="0"/>
                <a:cs typeface="Times New Roman" panose="02020603050405020304" pitchFamily="18" charset="0"/>
              </a:rPr>
              <a:t>, a set of probabilities govern transitions between these state.</a:t>
            </a:r>
          </a:p>
          <a:p>
            <a:pPr marL="342900" indent="-342900" algn="just">
              <a:lnSpc>
                <a:spcPct val="1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 possible outcome or observation that is associated with the </a:t>
            </a:r>
            <a:r>
              <a:rPr lang="en-US" sz="2000" b="1" i="1" dirty="0">
                <a:latin typeface="Times New Roman" panose="02020603050405020304" pitchFamily="18" charset="0"/>
                <a:cs typeface="Times New Roman" panose="02020603050405020304" pitchFamily="18" charset="0"/>
              </a:rPr>
              <a:t>image of probability distribution </a:t>
            </a:r>
            <a:r>
              <a:rPr lang="en-US" sz="2000" dirty="0">
                <a:latin typeface="Times New Roman" panose="02020603050405020304" pitchFamily="18" charset="0"/>
                <a:cs typeface="Times New Roman" panose="02020603050405020304" pitchFamily="18" charset="0"/>
              </a:rPr>
              <a:t>observation is produced in a particular state.</a:t>
            </a:r>
          </a:p>
          <a:p>
            <a:pPr marL="342900" indent="-342900" algn="just">
              <a:lnSpc>
                <a:spcPct val="1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It is only the </a:t>
            </a:r>
            <a:r>
              <a:rPr lang="en-US" sz="2000" b="1" i="1" dirty="0">
                <a:latin typeface="Times New Roman" panose="02020603050405020304" pitchFamily="18" charset="0"/>
                <a:cs typeface="Times New Roman" panose="02020603050405020304" pitchFamily="18" charset="0"/>
              </a:rPr>
              <a:t>outcome</a:t>
            </a:r>
            <a:r>
              <a:rPr lang="en-US" sz="2000" dirty="0">
                <a:latin typeface="Times New Roman" panose="02020603050405020304" pitchFamily="18" charset="0"/>
                <a:cs typeface="Times New Roman" panose="02020603050405020304" pitchFamily="18" charset="0"/>
              </a:rPr>
              <a:t>, not the state that is visible to an external observer and therefore states are</a:t>
            </a:r>
            <a:r>
              <a:rPr lang="en-US" sz="2000" b="1" i="1" dirty="0">
                <a:latin typeface="Times New Roman" panose="02020603050405020304" pitchFamily="18" charset="0"/>
                <a:cs typeface="Times New Roman" panose="02020603050405020304" pitchFamily="18" charset="0"/>
              </a:rPr>
              <a:t> "hidden" </a:t>
            </a:r>
            <a:r>
              <a:rPr lang="en-US" sz="2000" dirty="0">
                <a:latin typeface="Times New Roman" panose="02020603050405020304" pitchFamily="18" charset="0"/>
                <a:cs typeface="Times New Roman" panose="02020603050405020304" pitchFamily="18" charset="0"/>
              </a:rPr>
              <a:t>to the outside.</a:t>
            </a:r>
          </a:p>
          <a:p>
            <a:pPr marL="342900" indent="-342900" algn="just">
              <a:lnSpc>
                <a:spcPct val="1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It is used all the transaction </a:t>
            </a:r>
            <a:r>
              <a:rPr lang="en-US" sz="2000" b="1" i="1" dirty="0">
                <a:latin typeface="Times New Roman" panose="02020603050405020304" pitchFamily="18" charset="0"/>
                <a:cs typeface="Times New Roman" panose="02020603050405020304" pitchFamily="18" charset="0"/>
              </a:rPr>
              <a:t>amount</a:t>
            </a:r>
            <a:r>
              <a:rPr lang="en-US" sz="2000" dirty="0">
                <a:latin typeface="Times New Roman" panose="02020603050405020304" pitchFamily="18" charset="0"/>
                <a:cs typeface="Times New Roman" panose="02020603050405020304" pitchFamily="18" charset="0"/>
              </a:rPr>
              <a:t> as an </a:t>
            </a:r>
            <a:r>
              <a:rPr lang="en-US" sz="2000" b="1" i="1" dirty="0">
                <a:latin typeface="Times New Roman" panose="02020603050405020304" pitchFamily="18" charset="0"/>
                <a:cs typeface="Times New Roman" panose="02020603050405020304" pitchFamily="18" charset="0"/>
              </a:rPr>
              <a:t>observation symbol </a:t>
            </a:r>
            <a:r>
              <a:rPr lang="en-US" sz="2000" dirty="0">
                <a:latin typeface="Times New Roman" panose="02020603050405020304" pitchFamily="18" charset="0"/>
                <a:cs typeface="Times New Roman" panose="02020603050405020304" pitchFamily="18" charset="0"/>
              </a:rPr>
              <a:t>and the</a:t>
            </a:r>
            <a:r>
              <a:rPr lang="en-US" sz="2000" b="1" i="1" dirty="0">
                <a:latin typeface="Times New Roman" panose="02020603050405020304" pitchFamily="18" charset="0"/>
                <a:cs typeface="Times New Roman" panose="02020603050405020304" pitchFamily="18" charset="0"/>
              </a:rPr>
              <a:t> types </a:t>
            </a:r>
            <a:r>
              <a:rPr lang="en-US" sz="2000" dirty="0">
                <a:latin typeface="Times New Roman" panose="02020603050405020304" pitchFamily="18" charset="0"/>
                <a:cs typeface="Times New Roman" panose="02020603050405020304" pitchFamily="18" charset="0"/>
              </a:rPr>
              <a:t>of items are considered as </a:t>
            </a:r>
            <a:r>
              <a:rPr lang="en-US" sz="2000" b="1" i="1" dirty="0">
                <a:latin typeface="Times New Roman" panose="02020603050405020304" pitchFamily="18" charset="0"/>
                <a:cs typeface="Times New Roman" panose="02020603050405020304" pitchFamily="18" charset="0"/>
              </a:rPr>
              <a:t>states</a:t>
            </a:r>
            <a:r>
              <a:rPr lang="en-US" sz="2000" dirty="0">
                <a:latin typeface="Times New Roman" panose="02020603050405020304" pitchFamily="18" charset="0"/>
                <a:cs typeface="Times New Roman" panose="02020603050405020304" pitchFamily="18" charset="0"/>
              </a:rPr>
              <a:t> of HMM.</a:t>
            </a:r>
          </a:p>
          <a:p>
            <a:pPr marL="342900" indent="-342900" algn="just">
              <a:lnSpc>
                <a:spcPct val="1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It is a  method that,  find the spending profile of cardholders and then trying to find out the observation symbols which will help us for an initial estimate of the model parameters. </a:t>
            </a:r>
          </a:p>
          <a:p>
            <a:pPr marL="342900" indent="-342900" algn="just">
              <a:lnSpc>
                <a:spcPct val="10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It will also be explained how the HMM can detect whether an incoming transaction is genuine or not</a:t>
            </a:r>
            <a:endParaRPr lang="en-US" sz="2000" b="0" i="0" dirty="0">
              <a:solidFill>
                <a:srgbClr val="202124"/>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89814" y="782426"/>
            <a:ext cx="9982986" cy="612741"/>
          </a:xfrm>
        </p:spPr>
        <p:txBody>
          <a:bodyPr>
            <a:normAutofit/>
          </a:bodyPr>
          <a:lstStyle/>
          <a:p>
            <a:pPr algn="l"/>
            <a:r>
              <a:rPr lang="en-IN" sz="2800" dirty="0">
                <a:latin typeface="Times New Roman" panose="02020603050405020304" pitchFamily="18" charset="0"/>
                <a:cs typeface="Times New Roman" panose="02020603050405020304" pitchFamily="18" charset="0"/>
              </a:rPr>
              <a:t>Disadvantages</a:t>
            </a:r>
          </a:p>
        </p:txBody>
      </p:sp>
      <p:sp>
        <p:nvSpPr>
          <p:cNvPr id="3" name="Subtitle 2"/>
          <p:cNvSpPr>
            <a:spLocks noGrp="1"/>
          </p:cNvSpPr>
          <p:nvPr>
            <p:ph type="subTitle" idx="1"/>
          </p:nvPr>
        </p:nvSpPr>
        <p:spPr>
          <a:xfrm>
            <a:off x="989814" y="1611984"/>
            <a:ext cx="9982986" cy="4774674"/>
          </a:xfrm>
        </p:spPr>
        <p:txBody>
          <a:bodyPr>
            <a:normAutofit/>
          </a:bodyPr>
          <a:lstStyle/>
          <a:p>
            <a:pPr marL="342900" indent="-342900" algn="l">
              <a:lnSpc>
                <a:spcPct val="150000"/>
              </a:lnSpc>
              <a:spcBef>
                <a:spcPts val="60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Highly </a:t>
            </a:r>
            <a:r>
              <a:rPr lang="en-US" sz="2000" b="1" i="1" dirty="0">
                <a:latin typeface="Times New Roman" panose="02020603050405020304" pitchFamily="18" charset="0"/>
                <a:cs typeface="Times New Roman" panose="02020603050405020304" pitchFamily="18" charset="0"/>
              </a:rPr>
              <a:t>expensive</a:t>
            </a:r>
            <a:r>
              <a:rPr lang="en-US" sz="2000" dirty="0">
                <a:latin typeface="Times New Roman" panose="02020603050405020304" pitchFamily="18" charset="0"/>
                <a:cs typeface="Times New Roman" panose="02020603050405020304" pitchFamily="18" charset="0"/>
              </a:rPr>
              <a:t>, </a:t>
            </a:r>
            <a:r>
              <a:rPr lang="en-US" sz="2000" b="0" i="0" dirty="0">
                <a:solidFill>
                  <a:srgbClr val="202124"/>
                </a:solidFill>
                <a:effectLst/>
                <a:latin typeface="Times New Roman" panose="02020603050405020304" pitchFamily="18" charset="0"/>
                <a:cs typeface="Times New Roman" panose="02020603050405020304" pitchFamily="18" charset="0"/>
              </a:rPr>
              <a:t>both in terms of </a:t>
            </a:r>
            <a:r>
              <a:rPr lang="en-US" sz="2000" b="1" i="1" dirty="0">
                <a:solidFill>
                  <a:srgbClr val="202124"/>
                </a:solidFill>
                <a:effectLst/>
                <a:latin typeface="Times New Roman" panose="02020603050405020304" pitchFamily="18" charset="0"/>
                <a:cs typeface="Times New Roman" panose="02020603050405020304" pitchFamily="18" charset="0"/>
              </a:rPr>
              <a:t>memory</a:t>
            </a:r>
            <a:r>
              <a:rPr lang="en-US" sz="2000" b="0" i="0" dirty="0">
                <a:solidFill>
                  <a:srgbClr val="202124"/>
                </a:solidFill>
                <a:effectLst/>
                <a:latin typeface="Times New Roman" panose="02020603050405020304" pitchFamily="18" charset="0"/>
                <a:cs typeface="Times New Roman" panose="02020603050405020304" pitchFamily="18" charset="0"/>
              </a:rPr>
              <a:t> and </a:t>
            </a:r>
            <a:r>
              <a:rPr lang="en-US" sz="2000" b="1" i="1" dirty="0">
                <a:solidFill>
                  <a:srgbClr val="202124"/>
                </a:solidFill>
                <a:effectLst/>
                <a:latin typeface="Times New Roman" panose="02020603050405020304" pitchFamily="18" charset="0"/>
                <a:cs typeface="Times New Roman" panose="02020603050405020304" pitchFamily="18" charset="0"/>
              </a:rPr>
              <a:t>compute time</a:t>
            </a:r>
            <a:r>
              <a:rPr lang="en-US" sz="2000" b="0" i="0" dirty="0">
                <a:solidFill>
                  <a:srgbClr val="202124"/>
                </a:solidFill>
                <a:effectLst/>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342900" indent="-342900" algn="l">
              <a:lnSpc>
                <a:spcPct val="150000"/>
              </a:lnSpc>
              <a:spcBef>
                <a:spcPts val="60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Low </a:t>
            </a:r>
            <a:r>
              <a:rPr lang="en-US" sz="2000" b="1" i="1" dirty="0">
                <a:latin typeface="Times New Roman" panose="02020603050405020304" pitchFamily="18" charset="0"/>
                <a:cs typeface="Times New Roman" panose="02020603050405020304" pitchFamily="18" charset="0"/>
              </a:rPr>
              <a:t>accuracy</a:t>
            </a:r>
          </a:p>
          <a:p>
            <a:pPr marL="342900" indent="-342900" algn="l">
              <a:lnSpc>
                <a:spcPct val="150000"/>
              </a:lnSpc>
              <a:spcBef>
                <a:spcPts val="600"/>
              </a:spcBef>
              <a:buFont typeface="Wingdings" panose="05000000000000000000" pitchFamily="2" charset="2"/>
              <a:buChar char="Ø"/>
            </a:pPr>
            <a:r>
              <a:rPr lang="en-US" sz="2000" b="1" i="1" dirty="0">
                <a:latin typeface="Times New Roman" panose="02020603050405020304" pitchFamily="18" charset="0"/>
                <a:cs typeface="Times New Roman" panose="02020603050405020304" pitchFamily="18" charset="0"/>
              </a:rPr>
              <a:t>Not scalable </a:t>
            </a:r>
            <a:r>
              <a:rPr lang="en-US" sz="2000" dirty="0">
                <a:latin typeface="Times New Roman" panose="02020603050405020304" pitchFamily="18" charset="0"/>
                <a:cs typeface="Times New Roman" panose="02020603050405020304" pitchFamily="18" charset="0"/>
              </a:rPr>
              <a:t>to large size data set.</a:t>
            </a:r>
          </a:p>
          <a:p>
            <a:pPr marL="342900" indent="-342900" algn="l">
              <a:lnSpc>
                <a:spcPct val="150000"/>
              </a:lnSpc>
              <a:spcBef>
                <a:spcPts val="600"/>
              </a:spcBef>
              <a:buFont typeface="Wingdings" panose="05000000000000000000" pitchFamily="2" charset="2"/>
              <a:buChar char="Ø"/>
            </a:pPr>
            <a:r>
              <a:rPr lang="en-US" sz="2000" b="0" i="0" dirty="0">
                <a:solidFill>
                  <a:srgbClr val="323C3E"/>
                </a:solidFill>
                <a:effectLst/>
                <a:latin typeface="Times New Roman" panose="02020603050405020304" pitchFamily="18" charset="0"/>
                <a:cs typeface="Times New Roman" panose="02020603050405020304" pitchFamily="18" charset="0"/>
              </a:rPr>
              <a:t>HMM does not consider the state sequence dominating any given state because of its </a:t>
            </a:r>
            <a:r>
              <a:rPr lang="en-US" sz="2000" b="1" i="1" dirty="0">
                <a:solidFill>
                  <a:srgbClr val="323C3E"/>
                </a:solidFill>
                <a:effectLst/>
                <a:latin typeface="Times New Roman" panose="02020603050405020304" pitchFamily="18" charset="0"/>
                <a:cs typeface="Times New Roman" panose="02020603050405020304" pitchFamily="18" charset="0"/>
              </a:rPr>
              <a:t>Markovian nature</a:t>
            </a:r>
            <a:r>
              <a:rPr lang="en-US" sz="2000" b="0" i="0" dirty="0">
                <a:solidFill>
                  <a:srgbClr val="323C3E"/>
                </a:solidFill>
                <a:effectLst/>
                <a:latin typeface="Times New Roman" panose="02020603050405020304" pitchFamily="18" charset="0"/>
                <a:cs typeface="Times New Roman" panose="02020603050405020304" pitchFamily="18" charset="0"/>
              </a:rPr>
              <a:t>.</a:t>
            </a:r>
          </a:p>
          <a:p>
            <a:pPr marL="342900" indent="-342900" algn="l">
              <a:lnSpc>
                <a:spcPct val="150000"/>
              </a:lnSpc>
              <a:spcBef>
                <a:spcPts val="600"/>
              </a:spcBef>
              <a:buFont typeface="Wingdings" panose="05000000000000000000" pitchFamily="2" charset="2"/>
              <a:buChar char="Ø"/>
            </a:pPr>
            <a:r>
              <a:rPr lang="en-US" sz="2000" b="0" i="0" dirty="0">
                <a:solidFill>
                  <a:srgbClr val="222222"/>
                </a:solidFill>
                <a:effectLst/>
                <a:latin typeface="Times New Roman" panose="02020603050405020304" pitchFamily="18" charset="0"/>
                <a:cs typeface="Times New Roman" panose="02020603050405020304" pitchFamily="18" charset="0"/>
              </a:rPr>
              <a:t>Features other than the </a:t>
            </a:r>
            <a:r>
              <a:rPr lang="en-US" sz="2000" b="1" i="1" dirty="0">
                <a:solidFill>
                  <a:srgbClr val="222222"/>
                </a:solidFill>
                <a:effectLst/>
                <a:latin typeface="Times New Roman" panose="02020603050405020304" pitchFamily="18" charset="0"/>
                <a:cs typeface="Times New Roman" panose="02020603050405020304" pitchFamily="18" charset="0"/>
              </a:rPr>
              <a:t>observed power </a:t>
            </a:r>
            <a:r>
              <a:rPr lang="en-US" sz="2000" b="0" i="0" dirty="0">
                <a:solidFill>
                  <a:srgbClr val="222222"/>
                </a:solidFill>
                <a:effectLst/>
                <a:latin typeface="Times New Roman" panose="02020603050405020304" pitchFamily="18" charset="0"/>
                <a:cs typeface="Times New Roman" panose="02020603050405020304" pitchFamily="18" charset="0"/>
              </a:rPr>
              <a:t>demand are not captured (e.g. time of day). However, the input-output HMM allow such state durations to be modelled.</a:t>
            </a:r>
          </a:p>
          <a:p>
            <a:pPr algn="l"/>
            <a:endParaRPr lang="en-US" b="0" i="0" dirty="0">
              <a:solidFill>
                <a:srgbClr val="323C3E"/>
              </a:solidFill>
              <a:effectLst/>
              <a:latin typeface="inherit"/>
            </a:endParaRPr>
          </a:p>
          <a:p>
            <a:pPr marL="342900" indent="-342900" algn="l">
              <a:buFont typeface="Arial" panose="020B0604020202020204" pitchFamily="34" charset="0"/>
              <a:buChar char="•"/>
            </a:pPr>
            <a:endParaRPr lang="en-US" dirty="0">
              <a:solidFill>
                <a:srgbClr val="202124"/>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22169"/>
            <a:ext cx="9144000" cy="546755"/>
          </a:xfrm>
        </p:spPr>
        <p:txBody>
          <a:bodyPr>
            <a:noAutofit/>
          </a:bodyPr>
          <a:lstStyle/>
          <a:p>
            <a:r>
              <a:rPr lang="en-IN" sz="3200" dirty="0">
                <a:latin typeface="Times New Roman" panose="02020603050405020304" pitchFamily="18" charset="0"/>
                <a:cs typeface="Times New Roman" panose="02020603050405020304" pitchFamily="18" charset="0"/>
              </a:rPr>
              <a:t>PROPOSED SYSTEM</a:t>
            </a:r>
          </a:p>
        </p:txBody>
      </p:sp>
      <p:sp>
        <p:nvSpPr>
          <p:cNvPr id="3" name="Subtitle 2"/>
          <p:cNvSpPr>
            <a:spLocks noGrp="1"/>
          </p:cNvSpPr>
          <p:nvPr>
            <p:ph type="subTitle" idx="1"/>
          </p:nvPr>
        </p:nvSpPr>
        <p:spPr>
          <a:xfrm>
            <a:off x="791852" y="1291472"/>
            <a:ext cx="10840824" cy="4944359"/>
          </a:xfrm>
        </p:spPr>
        <p:txBody>
          <a:bodyPr>
            <a:normAutofit lnSpcReduction="10000"/>
          </a:bodyPr>
          <a:lstStyle/>
          <a:p>
            <a:pPr marL="342900" indent="-342900" algn="l">
              <a:lnSpc>
                <a:spcPct val="11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There are </a:t>
            </a:r>
            <a:r>
              <a:rPr lang="en-US" b="1" i="1" dirty="0">
                <a:latin typeface="Times New Roman" panose="02020603050405020304" pitchFamily="18" charset="0"/>
                <a:cs typeface="Times New Roman" panose="02020603050405020304" pitchFamily="18" charset="0"/>
              </a:rPr>
              <a:t>two</a:t>
            </a:r>
            <a:r>
              <a:rPr lang="en-US" dirty="0">
                <a:latin typeface="Times New Roman" panose="02020603050405020304" pitchFamily="18" charset="0"/>
                <a:cs typeface="Times New Roman" panose="02020603050405020304" pitchFamily="18" charset="0"/>
              </a:rPr>
              <a:t> kinds of methods for fraud detection, </a:t>
            </a:r>
            <a:r>
              <a:rPr lang="en-US" b="1" i="1" dirty="0">
                <a:latin typeface="Times New Roman" panose="02020603050405020304" pitchFamily="18" charset="0"/>
                <a:cs typeface="Times New Roman" panose="02020603050405020304" pitchFamily="18" charset="0"/>
              </a:rPr>
              <a:t>misuse</a:t>
            </a:r>
            <a:r>
              <a:rPr lang="en-US" dirty="0">
                <a:latin typeface="Times New Roman" panose="02020603050405020304" pitchFamily="18" charset="0"/>
                <a:cs typeface="Times New Roman" panose="02020603050405020304" pitchFamily="18" charset="0"/>
              </a:rPr>
              <a:t> detection and </a:t>
            </a:r>
            <a:r>
              <a:rPr lang="en-US" b="1" i="1" dirty="0">
                <a:latin typeface="Times New Roman" panose="02020603050405020304" pitchFamily="18" charset="0"/>
                <a:cs typeface="Times New Roman" panose="02020603050405020304" pitchFamily="18" charset="0"/>
              </a:rPr>
              <a:t>anomaly</a:t>
            </a:r>
            <a:r>
              <a:rPr lang="en-US" dirty="0">
                <a:latin typeface="Times New Roman" panose="02020603050405020304" pitchFamily="18" charset="0"/>
                <a:cs typeface="Times New Roman" panose="02020603050405020304" pitchFamily="18" charset="0"/>
              </a:rPr>
              <a:t> detection. This paper is about misuse method.</a:t>
            </a:r>
            <a:endParaRPr lang="en-IN" dirty="0">
              <a:latin typeface="Times New Roman" panose="02020603050405020304" pitchFamily="18" charset="0"/>
              <a:cs typeface="Times New Roman" panose="02020603050405020304" pitchFamily="18" charset="0"/>
            </a:endParaRPr>
          </a:p>
          <a:p>
            <a:pPr marL="342900" indent="-342900" algn="l">
              <a:lnSpc>
                <a:spcPct val="11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We use </a:t>
            </a:r>
            <a:r>
              <a:rPr lang="en-US" b="1" i="1" dirty="0">
                <a:latin typeface="Times New Roman" panose="02020603050405020304" pitchFamily="18" charset="0"/>
                <a:cs typeface="Times New Roman" panose="02020603050405020304" pitchFamily="18" charset="0"/>
              </a:rPr>
              <a:t>Random forest </a:t>
            </a:r>
            <a:r>
              <a:rPr lang="en-US" dirty="0">
                <a:latin typeface="Times New Roman" panose="02020603050405020304" pitchFamily="18" charset="0"/>
                <a:cs typeface="Times New Roman" panose="02020603050405020304" pitchFamily="18" charset="0"/>
              </a:rPr>
              <a:t>to train the normal and fraud behavior features.</a:t>
            </a:r>
          </a:p>
          <a:p>
            <a:pPr marL="342900" indent="-342900" algn="l">
              <a:lnSpc>
                <a:spcPct val="11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random forest algorithm for fraud detection and prevention has two cardinal factors that make it good at predicting things</a:t>
            </a:r>
            <a:r>
              <a:rPr lang="en-US" dirty="0"/>
              <a:t>.</a:t>
            </a:r>
          </a:p>
          <a:p>
            <a:pPr marL="914400" lvl="1" indent="-457200" algn="l">
              <a:lnSpc>
                <a:spcPct val="110000"/>
              </a:lnSpc>
              <a:buFont typeface="+mj-lt"/>
              <a:buAutoNum type="arabicPeriod"/>
            </a:pPr>
            <a:r>
              <a:rPr lang="en-US" dirty="0">
                <a:latin typeface="Times New Roman" panose="02020603050405020304" pitchFamily="18" charset="0"/>
                <a:cs typeface="Times New Roman" panose="02020603050405020304" pitchFamily="18" charset="0"/>
              </a:rPr>
              <a:t>Randomness</a:t>
            </a:r>
          </a:p>
          <a:p>
            <a:pPr marL="914400" lvl="1" indent="-457200" algn="l">
              <a:lnSpc>
                <a:spcPct val="110000"/>
              </a:lnSpc>
              <a:buFont typeface="+mj-lt"/>
              <a:buAutoNum type="arabicPeriod"/>
            </a:pPr>
            <a:r>
              <a:rPr lang="en-US" dirty="0">
                <a:latin typeface="Times New Roman" panose="02020603050405020304" pitchFamily="18" charset="0"/>
                <a:cs typeface="Times New Roman" panose="02020603050405020304" pitchFamily="18" charset="0"/>
              </a:rPr>
              <a:t>Diversity</a:t>
            </a:r>
          </a:p>
          <a:p>
            <a:pPr marL="342900" indent="-342900" algn="l">
              <a:lnSpc>
                <a:spcPct val="11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main objective of Random forest algorithm to </a:t>
            </a:r>
            <a:r>
              <a:rPr lang="en-US" b="1" i="1" dirty="0">
                <a:latin typeface="Times New Roman" panose="02020603050405020304" pitchFamily="18" charset="0"/>
                <a:cs typeface="Times New Roman" panose="02020603050405020304" pitchFamily="18" charset="0"/>
              </a:rPr>
              <a:t>classify</a:t>
            </a:r>
            <a:r>
              <a:rPr lang="en-US" dirty="0">
                <a:latin typeface="Times New Roman" panose="02020603050405020304" pitchFamily="18" charset="0"/>
                <a:cs typeface="Times New Roman" panose="02020603050405020304" pitchFamily="18" charset="0"/>
              </a:rPr>
              <a:t> the collected data as normal and abnormal.</a:t>
            </a:r>
          </a:p>
          <a:p>
            <a:pPr marL="342900" indent="-342900" algn="l">
              <a:lnSpc>
                <a:spcPct val="110000"/>
              </a:lnSpc>
              <a:buFont typeface="Wingdings" panose="05000000000000000000" pitchFamily="2" charset="2"/>
              <a:buChar char="§"/>
            </a:pPr>
            <a:r>
              <a:rPr lang="en-US" b="1" i="1" dirty="0">
                <a:latin typeface="Times New Roman" panose="02020603050405020304" pitchFamily="18" charset="0"/>
                <a:cs typeface="Times New Roman" panose="02020603050405020304" pitchFamily="18" charset="0"/>
              </a:rPr>
              <a:t>Machine learning algorithms </a:t>
            </a:r>
            <a:r>
              <a:rPr lang="en-US" dirty="0">
                <a:latin typeface="Times New Roman" panose="02020603050405020304" pitchFamily="18" charset="0"/>
                <a:cs typeface="Times New Roman" panose="02020603050405020304" pitchFamily="18" charset="0"/>
              </a:rPr>
              <a:t>are employed to analyze all the authorized transactions and report the suspicious ones.</a:t>
            </a:r>
          </a:p>
          <a:p>
            <a:pPr algn="l">
              <a:lnSpc>
                <a:spcPct val="200000"/>
              </a:lnSpc>
            </a:pPr>
            <a:endParaRPr lang="en-IN" dirty="0">
              <a:latin typeface="Times New Roman" panose="02020603050405020304" pitchFamily="18" charset="0"/>
              <a:cs typeface="Times New Roman" panose="02020603050405020304" pitchFamily="18" charset="0"/>
            </a:endParaRPr>
          </a:p>
          <a:p>
            <a:pPr algn="l">
              <a:lnSpc>
                <a:spcPct val="200000"/>
              </a:lnSpc>
            </a:pPr>
            <a:endParaRPr lang="en-IN" dirty="0">
              <a:latin typeface="Times New Roman" panose="02020603050405020304" pitchFamily="18" charset="0"/>
              <a:cs typeface="Times New Roman" panose="02020603050405020304" pitchFamily="18" charset="0"/>
            </a:endParaRPr>
          </a:p>
          <a:p>
            <a:pPr marL="342900" indent="-342900" algn="l">
              <a:lnSpc>
                <a:spcPct val="200000"/>
              </a:lnSpc>
              <a:buFont typeface="Courier New" panose="02070309020205020404" pitchFamily="49" charset="0"/>
              <a:buChar char="o"/>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A4185-ED60-4384-A9B6-483D660365B0}"/>
              </a:ext>
            </a:extLst>
          </p:cNvPr>
          <p:cNvSpPr>
            <a:spLocks noGrp="1"/>
          </p:cNvSpPr>
          <p:nvPr>
            <p:ph type="title"/>
          </p:nvPr>
        </p:nvSpPr>
        <p:spPr/>
        <p:txBody>
          <a:bodyPr>
            <a:normAutofit/>
          </a:bodyPr>
          <a:lstStyle/>
          <a:p>
            <a:pPr algn="ctr"/>
            <a:r>
              <a:rPr lang="en-IN" sz="3200">
                <a:latin typeface="Times New Roman" panose="02020603050405020304" pitchFamily="18" charset="0"/>
                <a:cs typeface="Times New Roman" panose="02020603050405020304" pitchFamily="18" charset="0"/>
              </a:rPr>
              <a:t>DATA FLOW </a:t>
            </a:r>
            <a:r>
              <a:rPr lang="en-IN" sz="3200" dirty="0">
                <a:latin typeface="Times New Roman" panose="02020603050405020304" pitchFamily="18" charset="0"/>
                <a:cs typeface="Times New Roman" panose="02020603050405020304" pitchFamily="18" charset="0"/>
              </a:rPr>
              <a:t>DIAGRAM</a:t>
            </a:r>
          </a:p>
        </p:txBody>
      </p:sp>
      <p:pic>
        <p:nvPicPr>
          <p:cNvPr id="5" name="Content Placeholder 4">
            <a:extLst>
              <a:ext uri="{FF2B5EF4-FFF2-40B4-BE49-F238E27FC236}">
                <a16:creationId xmlns:a16="http://schemas.microsoft.com/office/drawing/2014/main" id="{BAF17281-B638-482D-B805-55DFDAE7D3B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11382" y="1880285"/>
            <a:ext cx="5569236" cy="4242018"/>
          </a:xfrm>
        </p:spPr>
      </p:pic>
    </p:spTree>
    <p:extLst>
      <p:ext uri="{BB962C8B-B14F-4D97-AF65-F5344CB8AC3E}">
        <p14:creationId xmlns:p14="http://schemas.microsoft.com/office/powerpoint/2010/main" val="1551206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5671"/>
            <a:ext cx="10515600" cy="575034"/>
          </a:xfrm>
        </p:spPr>
        <p:txBody>
          <a:bodyPr>
            <a:normAutofit fontScale="90000"/>
          </a:bodyPr>
          <a:lstStyle/>
          <a:p>
            <a:pPr algn="ctr"/>
            <a:r>
              <a:rPr lang="en-US" sz="3600" dirty="0">
                <a:latin typeface="Times New Roman" panose="02020603050405020304" pitchFamily="18" charset="0"/>
                <a:cs typeface="Times New Roman" panose="02020603050405020304" pitchFamily="18" charset="0"/>
              </a:rPr>
              <a:t>      MODULES</a:t>
            </a:r>
            <a:endParaRPr lang="en-US" altLang="en-IN" sz="3600" dirty="0">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933254" y="904973"/>
            <a:ext cx="10420546" cy="5717356"/>
          </a:xfrm>
        </p:spPr>
        <p:txBody>
          <a:bodyPr>
            <a:normAutofit lnSpcReduction="10000"/>
          </a:bodyPr>
          <a:lstStyle/>
          <a:p>
            <a:pPr marL="0" indent="0">
              <a:lnSpc>
                <a:spcPct val="150000"/>
              </a:lnSpc>
              <a:buNone/>
            </a:pPr>
            <a:r>
              <a:rPr lang="en-US" dirty="0">
                <a:latin typeface="Times New Roman" panose="02020603050405020304" pitchFamily="18" charset="0"/>
                <a:cs typeface="Times New Roman" panose="02020603050405020304" pitchFamily="18" charset="0"/>
              </a:rPr>
              <a:t> 1.Data Collection and Analysis</a:t>
            </a:r>
          </a:p>
          <a:p>
            <a:pPr>
              <a:lnSpc>
                <a:spcPct val="150000"/>
              </a:lnSpc>
            </a:pPr>
            <a:r>
              <a:rPr lang="en-US" sz="2000" dirty="0">
                <a:latin typeface="Times New Roman" panose="02020603050405020304" pitchFamily="18" charset="0"/>
                <a:cs typeface="Times New Roman" panose="02020603050405020304" pitchFamily="18" charset="0"/>
              </a:rPr>
              <a:t>In this project, we have to collect the data from the </a:t>
            </a:r>
            <a:r>
              <a:rPr lang="en-US" sz="2000" b="1" i="1" dirty="0">
                <a:latin typeface="Times New Roman" panose="02020603050405020304" pitchFamily="18" charset="0"/>
                <a:cs typeface="Times New Roman" panose="02020603050405020304" pitchFamily="18" charset="0"/>
              </a:rPr>
              <a:t>bank</a:t>
            </a:r>
            <a:r>
              <a:rPr lang="en-US" sz="2000" dirty="0">
                <a:latin typeface="Times New Roman" panose="02020603050405020304" pitchFamily="18" charset="0"/>
                <a:cs typeface="Times New Roman" panose="02020603050405020304" pitchFamily="18" charset="0"/>
              </a:rPr>
              <a:t>. But Bank does not provide transactional datas. So we collected datas from </a:t>
            </a:r>
            <a:r>
              <a:rPr lang="en-US" sz="2000" b="1" i="1" dirty="0">
                <a:latin typeface="Times New Roman" panose="02020603050405020304" pitchFamily="18" charset="0"/>
                <a:cs typeface="Times New Roman" panose="02020603050405020304" pitchFamily="18" charset="0"/>
              </a:rPr>
              <a:t>internet</a:t>
            </a:r>
            <a:r>
              <a:rPr lang="en-US" sz="2000" dirty="0">
                <a:latin typeface="Times New Roman" panose="02020603050405020304" pitchFamily="18" charset="0"/>
                <a:cs typeface="Times New Roman" panose="02020603050405020304" pitchFamily="18" charset="0"/>
              </a:rPr>
              <a:t> which already uploaded by some companies.</a:t>
            </a:r>
          </a:p>
          <a:p>
            <a:r>
              <a:rPr lang="en-US" sz="2000" dirty="0">
                <a:latin typeface="Times New Roman" panose="02020603050405020304" pitchFamily="18" charset="0"/>
                <a:cs typeface="Times New Roman" panose="02020603050405020304" pitchFamily="18" charset="0"/>
              </a:rPr>
              <a:t>The dataset contains transactions made by Credit Cards from April-September 2005.</a:t>
            </a:r>
          </a:p>
          <a:p>
            <a:r>
              <a:rPr lang="en-US" sz="2000" dirty="0">
                <a:latin typeface="Times New Roman" panose="02020603050405020304" pitchFamily="18" charset="0"/>
                <a:cs typeface="Times New Roman" panose="02020603050405020304" pitchFamily="18" charset="0"/>
              </a:rPr>
              <a:t>It include the </a:t>
            </a:r>
            <a:r>
              <a:rPr lang="en-US" sz="2000" b="1" i="1" dirty="0">
                <a:latin typeface="Times New Roman" panose="02020603050405020304" pitchFamily="18" charset="0"/>
                <a:cs typeface="Times New Roman" panose="02020603050405020304" pitchFamily="18" charset="0"/>
              </a:rPr>
              <a:t>user</a:t>
            </a:r>
            <a:r>
              <a:rPr lang="en-US" sz="2000" dirty="0">
                <a:latin typeface="Times New Roman" panose="02020603050405020304" pitchFamily="18" charset="0"/>
                <a:cs typeface="Times New Roman" panose="02020603050405020304" pitchFamily="18" charset="0"/>
              </a:rPr>
              <a:t> details and </a:t>
            </a:r>
            <a:r>
              <a:rPr lang="en-US" sz="2000" b="1" i="1" dirty="0">
                <a:latin typeface="Times New Roman" panose="02020603050405020304" pitchFamily="18" charset="0"/>
                <a:cs typeface="Times New Roman" panose="02020603050405020304" pitchFamily="18" charset="0"/>
              </a:rPr>
              <a:t>transactional</a:t>
            </a:r>
            <a:r>
              <a:rPr lang="en-US" sz="2000" dirty="0">
                <a:latin typeface="Times New Roman" panose="02020603050405020304" pitchFamily="18" charset="0"/>
                <a:cs typeface="Times New Roman" panose="02020603050405020304" pitchFamily="18" charset="0"/>
              </a:rPr>
              <a:t> details.</a:t>
            </a:r>
          </a:p>
          <a:p>
            <a:pPr marL="0" indent="0">
              <a:buNone/>
            </a:pPr>
            <a:endParaRPr lang="en-US" sz="2000" dirty="0">
              <a:latin typeface="Times New Roman" panose="02020603050405020304" pitchFamily="18" charset="0"/>
              <a:cs typeface="Times New Roman" panose="02020603050405020304" pitchFamily="18" charset="0"/>
            </a:endParaRPr>
          </a:p>
          <a:p>
            <a:pPr marL="0" indent="0">
              <a:spcAft>
                <a:spcPts val="1200"/>
              </a:spcAft>
              <a:buNone/>
            </a:pPr>
            <a:r>
              <a:rPr lang="en-US"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Data Cleaning</a:t>
            </a:r>
          </a:p>
          <a:p>
            <a:r>
              <a:rPr lang="en-IN" sz="2000" dirty="0">
                <a:latin typeface="Times New Roman" panose="02020603050405020304" pitchFamily="18" charset="0"/>
                <a:cs typeface="Times New Roman" panose="02020603050405020304" pitchFamily="18" charset="0"/>
              </a:rPr>
              <a:t>Filling or Removing </a:t>
            </a:r>
            <a:r>
              <a:rPr lang="en-IN" sz="2000" b="1" i="1" dirty="0">
                <a:latin typeface="Times New Roman" panose="02020603050405020304" pitchFamily="18" charset="0"/>
                <a:cs typeface="Times New Roman" panose="02020603050405020304" pitchFamily="18" charset="0"/>
              </a:rPr>
              <a:t>missing values.</a:t>
            </a:r>
          </a:p>
          <a:p>
            <a:r>
              <a:rPr lang="en-IN" sz="2000" dirty="0">
                <a:latin typeface="Times New Roman" panose="02020603050405020304" pitchFamily="18" charset="0"/>
                <a:cs typeface="Times New Roman" panose="02020603050405020304" pitchFamily="18" charset="0"/>
              </a:rPr>
              <a:t>Removing the </a:t>
            </a:r>
            <a:r>
              <a:rPr lang="en-IN" sz="2000" b="1" i="1" dirty="0">
                <a:latin typeface="Times New Roman" panose="02020603050405020304" pitchFamily="18" charset="0"/>
                <a:cs typeface="Times New Roman" panose="02020603050405020304" pitchFamily="18" charset="0"/>
              </a:rPr>
              <a:t>Outliers.</a:t>
            </a:r>
          </a:p>
          <a:p>
            <a:r>
              <a:rPr lang="en-IN" sz="2000" b="1" i="1" dirty="0">
                <a:latin typeface="Times New Roman" panose="02020603050405020304" pitchFamily="18" charset="0"/>
                <a:cs typeface="Times New Roman" panose="02020603050405020304" pitchFamily="18" charset="0"/>
              </a:rPr>
              <a:t>Categorical</a:t>
            </a:r>
            <a:r>
              <a:rPr lang="en-IN" sz="2000" dirty="0">
                <a:latin typeface="Times New Roman" panose="02020603050405020304" pitchFamily="18" charset="0"/>
                <a:cs typeface="Times New Roman" panose="02020603050405020304" pitchFamily="18" charset="0"/>
              </a:rPr>
              <a:t> to </a:t>
            </a:r>
            <a:r>
              <a:rPr lang="en-IN" sz="2000" b="1" i="1" dirty="0">
                <a:latin typeface="Times New Roman" panose="02020603050405020304" pitchFamily="18" charset="0"/>
                <a:cs typeface="Times New Roman" panose="02020603050405020304" pitchFamily="18" charset="0"/>
              </a:rPr>
              <a:t>Numerical </a:t>
            </a:r>
            <a:r>
              <a:rPr lang="en-IN" sz="2000" dirty="0">
                <a:latin typeface="Times New Roman" panose="02020603050405020304" pitchFamily="18" charset="0"/>
                <a:cs typeface="Times New Roman" panose="02020603050405020304" pitchFamily="18" charset="0"/>
              </a:rPr>
              <a:t>Conversion.</a:t>
            </a:r>
          </a:p>
          <a:p>
            <a:pPr marL="0" indent="0">
              <a:buNone/>
            </a:pPr>
            <a:endParaRPr lang="en-US" dirty="0">
              <a:latin typeface="Times New Roman" panose="02020603050405020304" pitchFamily="18" charset="0"/>
              <a:cs typeface="Times New Roman" panose="02020603050405020304" pitchFamily="18" charset="0"/>
            </a:endParaRPr>
          </a:p>
          <a:p>
            <a:pPr marL="457200" lvl="1" indent="0">
              <a:lnSpc>
                <a:spcPct val="100000"/>
              </a:lnSpc>
              <a:spcBef>
                <a:spcPts val="0"/>
              </a:spcBef>
              <a:buNone/>
            </a:pPr>
            <a:r>
              <a:rPr lang="en-US" sz="1400" b="0" i="0" dirty="0">
                <a:solidFill>
                  <a:srgbClr val="222222"/>
                </a:solidFill>
                <a:effectLst/>
                <a:latin typeface="Times New Roman" panose="02020603050405020304" pitchFamily="18" charset="0"/>
                <a:cs typeface="Times New Roman" panose="02020603050405020304" pitchFamily="18" charset="0"/>
              </a:rPr>
              <a:t>                   </a:t>
            </a:r>
          </a:p>
          <a:p>
            <a:pPr marL="457200" lvl="1" indent="0">
              <a:lnSpc>
                <a:spcPct val="150000"/>
              </a:lnSpc>
              <a:spcBef>
                <a:spcPts val="0"/>
              </a:spcBef>
              <a:buNone/>
            </a:pPr>
            <a:r>
              <a:rPr lang="en-US" sz="1600" dirty="0">
                <a:solidFill>
                  <a:srgbClr val="222222"/>
                </a:solidFill>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7"/>
            <a:ext cx="10515600" cy="643542"/>
          </a:xfrm>
        </p:spPr>
        <p:txBody>
          <a:bodyPr>
            <a:normAutofit/>
          </a:bodyPr>
          <a:lstStyle/>
          <a:p>
            <a:r>
              <a:rPr lang="en-US" sz="2800" dirty="0">
                <a:latin typeface="Times New Roman" panose="02020603050405020304" pitchFamily="18" charset="0"/>
                <a:cs typeface="Times New Roman" panose="02020603050405020304" pitchFamily="18" charset="0"/>
              </a:rPr>
              <a:t>2.Data Splitting</a:t>
            </a:r>
            <a:endParaRPr lang="en-US" altLang="en-IN" sz="2800" dirty="0">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838200" y="1008669"/>
            <a:ext cx="10671928" cy="5484204"/>
          </a:xfrm>
        </p:spPr>
        <p:txBody>
          <a:bodyPr>
            <a:normAutofit lnSpcReduction="10000"/>
          </a:bodyPr>
          <a:lstStyle/>
          <a:p>
            <a:pPr algn="just">
              <a:lnSpc>
                <a:spcPct val="100000"/>
              </a:lnSpc>
            </a:pPr>
            <a:r>
              <a:rPr lang="en-US" sz="1800" dirty="0">
                <a:latin typeface="Times New Roman" panose="02020603050405020304" pitchFamily="18" charset="0"/>
                <a:cs typeface="Times New Roman" panose="02020603050405020304" pitchFamily="18" charset="0"/>
              </a:rPr>
              <a:t>Data splitting is the act of </a:t>
            </a:r>
            <a:r>
              <a:rPr lang="en-US" sz="1800" b="1" i="1" dirty="0">
                <a:latin typeface="Times New Roman" panose="02020603050405020304" pitchFamily="18" charset="0"/>
                <a:cs typeface="Times New Roman" panose="02020603050405020304" pitchFamily="18" charset="0"/>
              </a:rPr>
              <a:t>partitioning</a:t>
            </a:r>
            <a:r>
              <a:rPr lang="en-US" sz="1800" dirty="0">
                <a:latin typeface="Times New Roman" panose="02020603050405020304" pitchFamily="18" charset="0"/>
                <a:cs typeface="Times New Roman" panose="02020603050405020304" pitchFamily="18" charset="0"/>
              </a:rPr>
              <a:t> available data into </a:t>
            </a:r>
            <a:r>
              <a:rPr lang="en-US" sz="1800" b="1" i="1" dirty="0">
                <a:latin typeface="Times New Roman" panose="02020603050405020304" pitchFamily="18" charset="0"/>
                <a:cs typeface="Times New Roman" panose="02020603050405020304" pitchFamily="18" charset="0"/>
              </a:rPr>
              <a:t>two</a:t>
            </a:r>
            <a:r>
              <a:rPr lang="en-US" sz="1800" dirty="0">
                <a:latin typeface="Times New Roman" panose="02020603050405020304" pitchFamily="18" charset="0"/>
                <a:cs typeface="Times New Roman" panose="02020603050405020304" pitchFamily="18" charset="0"/>
              </a:rPr>
              <a:t>. Usually for cross-validatory purposes.</a:t>
            </a:r>
          </a:p>
          <a:p>
            <a:pPr algn="just">
              <a:lnSpc>
                <a:spcPct val="100000"/>
              </a:lnSpc>
            </a:pPr>
            <a:r>
              <a:rPr lang="en-US" sz="1800" dirty="0">
                <a:latin typeface="Times New Roman" panose="02020603050405020304" pitchFamily="18" charset="0"/>
                <a:cs typeface="Times New Roman" panose="02020603050405020304" pitchFamily="18" charset="0"/>
              </a:rPr>
              <a:t>One portion of the data is used to develop a </a:t>
            </a:r>
            <a:r>
              <a:rPr lang="en-US" sz="1800" b="1" i="1" dirty="0">
                <a:latin typeface="Times New Roman" panose="02020603050405020304" pitchFamily="18" charset="0"/>
                <a:cs typeface="Times New Roman" panose="02020603050405020304" pitchFamily="18" charset="0"/>
              </a:rPr>
              <a:t>predictive</a:t>
            </a:r>
            <a:r>
              <a:rPr lang="en-US" sz="1800" dirty="0">
                <a:latin typeface="Times New Roman" panose="02020603050405020304" pitchFamily="18" charset="0"/>
                <a:cs typeface="Times New Roman" panose="02020603050405020304" pitchFamily="18" charset="0"/>
              </a:rPr>
              <a:t> model. and the other to evaluate the model's </a:t>
            </a:r>
            <a:r>
              <a:rPr lang="en-US" sz="1800" b="1" i="1" dirty="0">
                <a:latin typeface="Times New Roman" panose="02020603050405020304" pitchFamily="18" charset="0"/>
                <a:cs typeface="Times New Roman" panose="02020603050405020304" pitchFamily="18" charset="0"/>
              </a:rPr>
              <a:t>performance</a:t>
            </a:r>
            <a:r>
              <a:rPr lang="en-US" sz="1800" dirty="0">
                <a:latin typeface="Times New Roman" panose="02020603050405020304" pitchFamily="18" charset="0"/>
                <a:cs typeface="Times New Roman" panose="02020603050405020304" pitchFamily="18" charset="0"/>
              </a:rPr>
              <a:t>.ie </a:t>
            </a:r>
            <a:r>
              <a:rPr lang="en-US" sz="1800" b="1" i="1" dirty="0">
                <a:latin typeface="Times New Roman" panose="02020603050405020304" pitchFamily="18" charset="0"/>
                <a:cs typeface="Times New Roman" panose="02020603050405020304" pitchFamily="18" charset="0"/>
              </a:rPr>
              <a:t>Training</a:t>
            </a:r>
            <a:r>
              <a:rPr lang="en-US" sz="1800" dirty="0">
                <a:latin typeface="Times New Roman" panose="02020603050405020304" pitchFamily="18" charset="0"/>
                <a:cs typeface="Times New Roman" panose="02020603050405020304" pitchFamily="18" charset="0"/>
              </a:rPr>
              <a:t> and </a:t>
            </a:r>
            <a:r>
              <a:rPr lang="en-US" sz="1800" b="1" i="1" dirty="0">
                <a:latin typeface="Times New Roman" panose="02020603050405020304" pitchFamily="18" charset="0"/>
                <a:cs typeface="Times New Roman" panose="02020603050405020304" pitchFamily="18" charset="0"/>
              </a:rPr>
              <a:t>Testing</a:t>
            </a:r>
            <a:r>
              <a:rPr lang="en-US" sz="1800" dirty="0">
                <a:latin typeface="Times New Roman" panose="02020603050405020304" pitchFamily="18" charset="0"/>
                <a:cs typeface="Times New Roman" panose="02020603050405020304" pitchFamily="18" charset="0"/>
              </a:rPr>
              <a:t>.</a:t>
            </a:r>
          </a:p>
          <a:p>
            <a:pPr algn="just">
              <a:lnSpc>
                <a:spcPct val="100000"/>
              </a:lnSpc>
            </a:pPr>
            <a:r>
              <a:rPr lang="en-US" sz="1800" dirty="0">
                <a:latin typeface="Times New Roman" panose="02020603050405020304" pitchFamily="18" charset="0"/>
                <a:cs typeface="Times New Roman" panose="02020603050405020304" pitchFamily="18" charset="0"/>
              </a:rPr>
              <a:t>Our machine learning models will try to understand any correlations in our training set and then we will test the models on our test set to examine how accurately it will predict.</a:t>
            </a:r>
          </a:p>
          <a:p>
            <a:pPr algn="just">
              <a:lnSpc>
                <a:spcPct val="100000"/>
              </a:lnSpc>
            </a:pPr>
            <a:r>
              <a:rPr lang="en-US" sz="1800" dirty="0">
                <a:latin typeface="Times New Roman" panose="02020603050405020304" pitchFamily="18" charset="0"/>
                <a:cs typeface="Times New Roman" panose="02020603050405020304" pitchFamily="18" charset="0"/>
              </a:rPr>
              <a:t> We use </a:t>
            </a:r>
            <a:r>
              <a:rPr lang="en-US" sz="1800" b="1" i="1" dirty="0">
                <a:solidFill>
                  <a:srgbClr val="292929"/>
                </a:solidFill>
                <a:effectLst/>
                <a:latin typeface="Times New Roman" panose="02020603050405020304" pitchFamily="18" charset="0"/>
                <a:cs typeface="Times New Roman" panose="02020603050405020304" pitchFamily="18" charset="0"/>
              </a:rPr>
              <a:t>train_test_split </a:t>
            </a:r>
            <a:r>
              <a:rPr lang="en-US" sz="1800" b="0" i="0" dirty="0">
                <a:solidFill>
                  <a:srgbClr val="292929"/>
                </a:solidFill>
                <a:effectLst/>
                <a:latin typeface="Times New Roman" panose="02020603050405020304" pitchFamily="18" charset="0"/>
                <a:cs typeface="Times New Roman" panose="02020603050405020304" pitchFamily="18" charset="0"/>
              </a:rPr>
              <a:t>function in order to make the split. The </a:t>
            </a:r>
            <a:r>
              <a:rPr lang="en-US" sz="1800" b="0" i="1" dirty="0">
                <a:solidFill>
                  <a:srgbClr val="292929"/>
                </a:solidFill>
                <a:effectLst/>
                <a:latin typeface="Times New Roman" panose="02020603050405020304" pitchFamily="18" charset="0"/>
                <a:cs typeface="Times New Roman" panose="02020603050405020304" pitchFamily="18" charset="0"/>
              </a:rPr>
              <a:t>test_size=0.2</a:t>
            </a:r>
            <a:r>
              <a:rPr lang="en-US" sz="1800" b="0" i="0" dirty="0">
                <a:solidFill>
                  <a:srgbClr val="292929"/>
                </a:solidFill>
                <a:effectLst/>
                <a:latin typeface="Times New Roman" panose="02020603050405020304" pitchFamily="18" charset="0"/>
                <a:cs typeface="Times New Roman" panose="02020603050405020304" pitchFamily="18" charset="0"/>
              </a:rPr>
              <a:t> inside the function indicates the percentage of the data that should be held over for testing. It’s usually around 80/20 or 70/30.</a:t>
            </a:r>
          </a:p>
          <a:p>
            <a:pPr marL="0" indent="0">
              <a:lnSpc>
                <a:spcPct val="100000"/>
              </a:lnSpc>
              <a:spcBef>
                <a:spcPts val="600"/>
              </a:spcBef>
              <a:buNone/>
            </a:pPr>
            <a:endParaRPr lang="en-US" sz="1800" dirty="0">
              <a:solidFill>
                <a:srgbClr val="292929"/>
              </a:solidFill>
              <a:latin typeface="Times New Roman" panose="02020603050405020304" pitchFamily="18" charset="0"/>
              <a:cs typeface="Times New Roman" panose="02020603050405020304" pitchFamily="18" charset="0"/>
            </a:endParaRPr>
          </a:p>
          <a:p>
            <a:pPr marL="0" indent="0">
              <a:lnSpc>
                <a:spcPct val="100000"/>
              </a:lnSpc>
              <a:spcBef>
                <a:spcPts val="600"/>
              </a:spcBef>
              <a:spcAft>
                <a:spcPts val="600"/>
              </a:spcAft>
              <a:buNone/>
            </a:pPr>
            <a:r>
              <a:rPr lang="en-US" dirty="0">
                <a:solidFill>
                  <a:srgbClr val="292929"/>
                </a:solidFill>
                <a:latin typeface="Times New Roman" panose="02020603050405020304" pitchFamily="18" charset="0"/>
                <a:cs typeface="Times New Roman" panose="02020603050405020304" pitchFamily="18" charset="0"/>
              </a:rPr>
              <a:t>3.Algorithm Building-Random Forest</a:t>
            </a:r>
          </a:p>
          <a:p>
            <a:pPr algn="just">
              <a:lnSpc>
                <a:spcPct val="100000"/>
              </a:lnSpc>
              <a:spcBef>
                <a:spcPts val="600"/>
              </a:spcBef>
            </a:pPr>
            <a:r>
              <a:rPr lang="en-US" sz="2000" dirty="0">
                <a:latin typeface="Times New Roman" panose="02020603050405020304" pitchFamily="18" charset="0"/>
                <a:cs typeface="Times New Roman" panose="02020603050405020304" pitchFamily="18" charset="0"/>
              </a:rPr>
              <a:t>Random forest is a type of </a:t>
            </a:r>
            <a:r>
              <a:rPr lang="en-US" sz="2000" b="1" i="1" dirty="0">
                <a:latin typeface="Times New Roman" panose="02020603050405020304" pitchFamily="18" charset="0"/>
                <a:cs typeface="Times New Roman" panose="02020603050405020304" pitchFamily="18" charset="0"/>
              </a:rPr>
              <a:t>supervised</a:t>
            </a:r>
            <a:r>
              <a:rPr lang="en-US" sz="2000" dirty="0">
                <a:latin typeface="Times New Roman" panose="02020603050405020304" pitchFamily="18" charset="0"/>
                <a:cs typeface="Times New Roman" panose="02020603050405020304" pitchFamily="18" charset="0"/>
              </a:rPr>
              <a:t> machine learning algorithm based on ensemble learning.</a:t>
            </a:r>
          </a:p>
          <a:p>
            <a:pPr algn="just">
              <a:lnSpc>
                <a:spcPct val="100000"/>
              </a:lnSpc>
              <a:spcBef>
                <a:spcPts val="600"/>
              </a:spcBef>
            </a:pPr>
            <a:r>
              <a:rPr lang="en-US" sz="2000" dirty="0">
                <a:latin typeface="Times New Roman" panose="02020603050405020304" pitchFamily="18" charset="0"/>
                <a:cs typeface="Times New Roman" panose="02020603050405020304" pitchFamily="18" charset="0"/>
              </a:rPr>
              <a:t>The capacity of random forest not only depends on the strength of individual tree but also the </a:t>
            </a:r>
            <a:r>
              <a:rPr lang="en-US" sz="2000" b="1" i="1" dirty="0">
                <a:latin typeface="Times New Roman" panose="02020603050405020304" pitchFamily="18" charset="0"/>
                <a:cs typeface="Times New Roman" panose="02020603050405020304" pitchFamily="18" charset="0"/>
              </a:rPr>
              <a:t>correlation</a:t>
            </a:r>
            <a:r>
              <a:rPr lang="en-US" sz="2000" dirty="0">
                <a:latin typeface="Times New Roman" panose="02020603050405020304" pitchFamily="18" charset="0"/>
                <a:cs typeface="Times New Roman" panose="02020603050405020304" pitchFamily="18" charset="0"/>
              </a:rPr>
              <a:t> between different trees.</a:t>
            </a:r>
          </a:p>
          <a:p>
            <a:pPr algn="just">
              <a:lnSpc>
                <a:spcPct val="100000"/>
              </a:lnSpc>
              <a:spcBef>
                <a:spcPts val="600"/>
              </a:spcBef>
            </a:pPr>
            <a:r>
              <a:rPr lang="en-US" sz="2000" dirty="0">
                <a:latin typeface="Times New Roman" panose="02020603050405020304" pitchFamily="18" charset="0"/>
                <a:cs typeface="Times New Roman" panose="02020603050405020304" pitchFamily="18" charset="0"/>
              </a:rPr>
              <a:t>The stronger the strength of single tree and the less the correlation of different trees, the better the </a:t>
            </a:r>
            <a:r>
              <a:rPr lang="en-US" sz="2000" b="1" i="1" dirty="0">
                <a:latin typeface="Times New Roman" panose="02020603050405020304" pitchFamily="18" charset="0"/>
                <a:cs typeface="Times New Roman" panose="02020603050405020304" pitchFamily="18" charset="0"/>
              </a:rPr>
              <a:t>performance</a:t>
            </a:r>
            <a:r>
              <a:rPr lang="en-US" sz="2000" dirty="0">
                <a:latin typeface="Times New Roman" panose="02020603050405020304" pitchFamily="18" charset="0"/>
                <a:cs typeface="Times New Roman" panose="02020603050405020304" pitchFamily="18" charset="0"/>
              </a:rPr>
              <a:t> of random forest.</a:t>
            </a:r>
          </a:p>
          <a:p>
            <a:pPr algn="just">
              <a:lnSpc>
                <a:spcPct val="100000"/>
              </a:lnSpc>
              <a:spcBef>
                <a:spcPts val="600"/>
              </a:spcBef>
            </a:pPr>
            <a:r>
              <a:rPr lang="en-US" sz="2000" dirty="0">
                <a:latin typeface="Times New Roman" panose="02020603050405020304" pitchFamily="18" charset="0"/>
                <a:cs typeface="Times New Roman" panose="02020603050405020304" pitchFamily="18" charset="0"/>
              </a:rPr>
              <a:t>The variation of trees comes from their randomness which involves bootstrapped samples and randomly selects a subset of data attributes.</a:t>
            </a:r>
          </a:p>
          <a:p>
            <a:pPr marL="0" indent="0">
              <a:lnSpc>
                <a:spcPct val="100000"/>
              </a:lnSpc>
              <a:spcBef>
                <a:spcPts val="600"/>
              </a:spcBef>
              <a:buNone/>
            </a:pPr>
            <a:endParaRPr lang="en-US" sz="2000" dirty="0">
              <a:latin typeface="Times New Roman" panose="02020603050405020304" pitchFamily="18" charset="0"/>
              <a:cs typeface="Times New Roman" panose="02020603050405020304" pitchFamily="18" charset="0"/>
            </a:endParaRPr>
          </a:p>
          <a:p>
            <a:pPr marL="0" indent="0">
              <a:lnSpc>
                <a:spcPct val="100000"/>
              </a:lnSpc>
              <a:spcBef>
                <a:spcPts val="600"/>
              </a:spcBef>
              <a:buNone/>
            </a:pPr>
            <a:endParaRPr lang="en-US" sz="2000" dirty="0">
              <a:latin typeface="Times New Roman" panose="02020603050405020304" pitchFamily="18" charset="0"/>
              <a:cs typeface="Times New Roman" panose="02020603050405020304" pitchFamily="18" charset="0"/>
            </a:endParaRPr>
          </a:p>
          <a:p>
            <a:pPr marL="0" indent="0">
              <a:lnSpc>
                <a:spcPct val="100000"/>
              </a:lnSpc>
              <a:spcBef>
                <a:spcPts val="600"/>
              </a:spcBef>
              <a:buNone/>
            </a:pPr>
            <a:endParaRPr lang="en-US" sz="2000" dirty="0">
              <a:latin typeface="Times New Roman" panose="02020603050405020304" pitchFamily="18" charset="0"/>
              <a:cs typeface="Times New Roman" panose="02020603050405020304" pitchFamily="18" charset="0"/>
            </a:endParaRPr>
          </a:p>
          <a:p>
            <a:pPr marL="0" indent="0">
              <a:lnSpc>
                <a:spcPct val="100000"/>
              </a:lnSpc>
              <a:spcBef>
                <a:spcPts val="600"/>
              </a:spcBef>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C39E8-C93B-46E3-B55E-7DB84C3891EC}"/>
              </a:ext>
            </a:extLst>
          </p:cNvPr>
          <p:cNvSpPr>
            <a:spLocks noGrp="1"/>
          </p:cNvSpPr>
          <p:nvPr>
            <p:ph type="title"/>
          </p:nvPr>
        </p:nvSpPr>
        <p:spPr>
          <a:xfrm>
            <a:off x="681872" y="365125"/>
            <a:ext cx="10671928" cy="1325563"/>
          </a:xfrm>
        </p:spPr>
        <p:txBody>
          <a:bodyPr>
            <a:normAutofit/>
          </a:bodyPr>
          <a:lstStyle/>
          <a:p>
            <a:r>
              <a:rPr lang="en-IN" sz="2800" dirty="0">
                <a:latin typeface="Times New Roman" panose="02020603050405020304" pitchFamily="18" charset="0"/>
                <a:cs typeface="Times New Roman" panose="02020603050405020304" pitchFamily="18" charset="0"/>
              </a:rPr>
              <a:t>Working:</a:t>
            </a:r>
          </a:p>
        </p:txBody>
      </p:sp>
      <p:sp>
        <p:nvSpPr>
          <p:cNvPr id="3" name="Content Placeholder 2">
            <a:extLst>
              <a:ext uri="{FF2B5EF4-FFF2-40B4-BE49-F238E27FC236}">
                <a16:creationId xmlns:a16="http://schemas.microsoft.com/office/drawing/2014/main" id="{72F490F7-2A8D-4A50-8FEC-9A6389EDBDCD}"/>
              </a:ext>
            </a:extLst>
          </p:cNvPr>
          <p:cNvSpPr>
            <a:spLocks noGrp="1"/>
          </p:cNvSpPr>
          <p:nvPr>
            <p:ph idx="1"/>
          </p:nvPr>
        </p:nvSpPr>
        <p:spPr>
          <a:xfrm>
            <a:off x="564823" y="1522666"/>
            <a:ext cx="5769990" cy="4486275"/>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The following are the basic steps involved in performing the random forest algorithm</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Pick N random records from the dataset.</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Build a decision tree based on these N records.</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Choose the number of trees you want in your algorithm and repeat steps 1 and 2.</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For classification problem, each tree in the forest predicts the category to which the new record belongs. Finally, the new record is assigned to the category that wins the majority vote.</a:t>
            </a:r>
          </a:p>
          <a:p>
            <a:pPr marL="0" indent="0">
              <a:buNone/>
            </a:pP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5E428B4-6D1A-45FE-AEE6-E14013F945FF}"/>
              </a:ext>
            </a:extLst>
          </p:cNvPr>
          <p:cNvPicPr>
            <a:picLocks noChangeAspect="1"/>
          </p:cNvPicPr>
          <p:nvPr/>
        </p:nvPicPr>
        <p:blipFill>
          <a:blip r:embed="rId2"/>
          <a:stretch>
            <a:fillRect/>
          </a:stretch>
        </p:blipFill>
        <p:spPr>
          <a:xfrm>
            <a:off x="6530191" y="1404593"/>
            <a:ext cx="4979937" cy="4308049"/>
          </a:xfrm>
          <a:prstGeom prst="rect">
            <a:avLst/>
          </a:prstGeom>
        </p:spPr>
      </p:pic>
    </p:spTree>
    <p:extLst>
      <p:ext uri="{BB962C8B-B14F-4D97-AF65-F5344CB8AC3E}">
        <p14:creationId xmlns:p14="http://schemas.microsoft.com/office/powerpoint/2010/main" val="88939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E90DB-2CA8-42B2-B8E3-5BD645BE20A9}"/>
              </a:ext>
            </a:extLst>
          </p:cNvPr>
          <p:cNvSpPr>
            <a:spLocks noGrp="1"/>
          </p:cNvSpPr>
          <p:nvPr>
            <p:ph type="title"/>
          </p:nvPr>
        </p:nvSpPr>
        <p:spPr>
          <a:xfrm>
            <a:off x="838200" y="365125"/>
            <a:ext cx="10515600" cy="756665"/>
          </a:xfrm>
        </p:spPr>
        <p:txBody>
          <a:bodyPr>
            <a:normAutofit/>
          </a:bodyPr>
          <a:lstStyle/>
          <a:p>
            <a:r>
              <a:rPr lang="en-IN" sz="2800" dirty="0">
                <a:latin typeface="Times New Roman" panose="02020603050405020304" pitchFamily="18" charset="0"/>
                <a:cs typeface="Times New Roman" panose="02020603050405020304" pitchFamily="18" charset="0"/>
              </a:rPr>
              <a:t>4.Training</a:t>
            </a:r>
          </a:p>
        </p:txBody>
      </p:sp>
      <p:sp>
        <p:nvSpPr>
          <p:cNvPr id="3" name="Content Placeholder 2">
            <a:extLst>
              <a:ext uri="{FF2B5EF4-FFF2-40B4-BE49-F238E27FC236}">
                <a16:creationId xmlns:a16="http://schemas.microsoft.com/office/drawing/2014/main" id="{7B0ACFF0-E392-4E0D-B1FE-CE025AA12380}"/>
              </a:ext>
            </a:extLst>
          </p:cNvPr>
          <p:cNvSpPr>
            <a:spLocks noGrp="1"/>
          </p:cNvSpPr>
          <p:nvPr>
            <p:ph idx="1"/>
          </p:nvPr>
        </p:nvSpPr>
        <p:spPr>
          <a:xfrm>
            <a:off x="838200" y="1225485"/>
            <a:ext cx="10515600" cy="5137607"/>
          </a:xfrm>
        </p:spPr>
        <p:txBody>
          <a:bodyPr>
            <a:normAutofit/>
          </a:bodyPr>
          <a:lstStyle/>
          <a:p>
            <a:pPr algn="just"/>
            <a:r>
              <a:rPr lang="en-US" sz="24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 training model is a dataset that is used to </a:t>
            </a:r>
            <a:r>
              <a:rPr lang="en-US" sz="2000" b="1" i="1" dirty="0">
                <a:latin typeface="Times New Roman" panose="02020603050405020304" pitchFamily="18" charset="0"/>
                <a:cs typeface="Times New Roman" panose="02020603050405020304" pitchFamily="18" charset="0"/>
              </a:rPr>
              <a:t>train</a:t>
            </a:r>
            <a:r>
              <a:rPr lang="en-US" sz="2000" dirty="0">
                <a:latin typeface="Times New Roman" panose="02020603050405020304" pitchFamily="18" charset="0"/>
                <a:cs typeface="Times New Roman" panose="02020603050405020304" pitchFamily="18" charset="0"/>
              </a:rPr>
              <a:t> an ML algorithm.</a:t>
            </a:r>
          </a:p>
          <a:p>
            <a:pPr algn="just"/>
            <a:r>
              <a:rPr lang="en-US" sz="2000" dirty="0">
                <a:latin typeface="Times New Roman" panose="02020603050405020304" pitchFamily="18" charset="0"/>
                <a:cs typeface="Times New Roman" panose="02020603050405020304" pitchFamily="18" charset="0"/>
              </a:rPr>
              <a:t> It consists of the sample output data and the corresponding sets of input data that have an influence on the output.</a:t>
            </a:r>
          </a:p>
          <a:p>
            <a:pPr algn="just"/>
            <a:r>
              <a:rPr lang="en-US" sz="2000" dirty="0">
                <a:latin typeface="Times New Roman" panose="02020603050405020304" pitchFamily="18" charset="0"/>
                <a:cs typeface="Times New Roman" panose="02020603050405020304" pitchFamily="18" charset="0"/>
              </a:rPr>
              <a:t>The training model is used to run the input data through the algorithm to </a:t>
            </a:r>
            <a:r>
              <a:rPr lang="en-US" sz="2000" b="1" i="1" dirty="0">
                <a:latin typeface="Times New Roman" panose="02020603050405020304" pitchFamily="18" charset="0"/>
                <a:cs typeface="Times New Roman" panose="02020603050405020304" pitchFamily="18" charset="0"/>
              </a:rPr>
              <a:t>correlate</a:t>
            </a:r>
            <a:r>
              <a:rPr lang="en-US" sz="2000" dirty="0">
                <a:latin typeface="Times New Roman" panose="02020603050405020304" pitchFamily="18" charset="0"/>
                <a:cs typeface="Times New Roman" panose="02020603050405020304" pitchFamily="18" charset="0"/>
              </a:rPr>
              <a:t> the processed output against the sample output.</a:t>
            </a:r>
          </a:p>
          <a:p>
            <a:pPr algn="just"/>
            <a:r>
              <a:rPr lang="en-US" sz="2000" dirty="0">
                <a:latin typeface="Times New Roman" panose="02020603050405020304" pitchFamily="18" charset="0"/>
                <a:cs typeface="Times New Roman" panose="02020603050405020304" pitchFamily="18" charset="0"/>
              </a:rPr>
              <a:t>The result from this correlation is used to </a:t>
            </a:r>
            <a:r>
              <a:rPr lang="en-US" sz="2000" b="1" i="1" dirty="0">
                <a:latin typeface="Times New Roman" panose="02020603050405020304" pitchFamily="18" charset="0"/>
                <a:cs typeface="Times New Roman" panose="02020603050405020304" pitchFamily="18" charset="0"/>
              </a:rPr>
              <a:t>modify</a:t>
            </a:r>
            <a:r>
              <a:rPr lang="en-US" sz="2000" dirty="0">
                <a:latin typeface="Times New Roman" panose="02020603050405020304" pitchFamily="18" charset="0"/>
                <a:cs typeface="Times New Roman" panose="02020603050405020304" pitchFamily="18" charset="0"/>
              </a:rPr>
              <a:t> the model.</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spcBef>
                <a:spcPts val="0"/>
              </a:spcBef>
              <a:spcAft>
                <a:spcPts val="600"/>
              </a:spcAft>
              <a:buNone/>
            </a:pPr>
            <a:r>
              <a:rPr lang="en-US" dirty="0">
                <a:latin typeface="Times New Roman" panose="02020603050405020304" pitchFamily="18" charset="0"/>
                <a:cs typeface="Times New Roman" panose="02020603050405020304" pitchFamily="18" charset="0"/>
              </a:rPr>
              <a:t>5.Testing and Evaluation</a:t>
            </a:r>
          </a:p>
          <a:p>
            <a:pPr algn="just"/>
            <a:r>
              <a:rPr lang="en-US" sz="2000" dirty="0">
                <a:latin typeface="Times New Roman" panose="02020603050405020304" pitchFamily="18" charset="0"/>
                <a:cs typeface="Times New Roman" panose="02020603050405020304" pitchFamily="18" charset="0"/>
              </a:rPr>
              <a:t>The testing set consisting of a set of testing </a:t>
            </a:r>
            <a:r>
              <a:rPr lang="en-US" sz="2000" b="1" i="1" dirty="0">
                <a:latin typeface="Times New Roman" panose="02020603050405020304" pitchFamily="18" charset="0"/>
                <a:cs typeface="Times New Roman" panose="02020603050405020304" pitchFamily="18" charset="0"/>
              </a:rPr>
              <a:t>samples</a:t>
            </a:r>
            <a:r>
              <a:rPr lang="en-US" sz="2000" dirty="0">
                <a:latin typeface="Times New Roman" panose="02020603050405020304" pitchFamily="18" charset="0"/>
                <a:cs typeface="Times New Roman" panose="02020603050405020304" pitchFamily="18" charset="0"/>
              </a:rPr>
              <a:t> should be separated from the both training and validation sets, but it should follow the </a:t>
            </a:r>
            <a:r>
              <a:rPr lang="en-US" sz="2000" b="1" i="1" dirty="0">
                <a:latin typeface="Times New Roman" panose="02020603050405020304" pitchFamily="18" charset="0"/>
                <a:cs typeface="Times New Roman" panose="02020603050405020304" pitchFamily="18" charset="0"/>
              </a:rPr>
              <a:t>same probability distribution</a:t>
            </a:r>
            <a:r>
              <a:rPr lang="en-US" sz="2000" dirty="0">
                <a:latin typeface="Times New Roman" panose="02020603050405020304" pitchFamily="18" charset="0"/>
                <a:cs typeface="Times New Roman" panose="02020603050405020304" pitchFamily="18" charset="0"/>
              </a:rPr>
              <a:t> as the training set.</a:t>
            </a:r>
          </a:p>
          <a:p>
            <a:pPr algn="just"/>
            <a:r>
              <a:rPr lang="en-US" sz="2000" dirty="0"/>
              <a:t>Accuracy rate is not enough to measure the performance of a random forest model when the data is </a:t>
            </a:r>
            <a:r>
              <a:rPr lang="en-US" sz="2000" b="1" i="1" dirty="0"/>
              <a:t>significantly imbalanced</a:t>
            </a:r>
            <a:r>
              <a:rPr lang="en-US" sz="2000" dirty="0"/>
              <a:t>.</a:t>
            </a:r>
            <a:endParaRPr lang="en-US" sz="2000" dirty="0">
              <a:latin typeface="Times New Roman" panose="02020603050405020304" pitchFamily="18" charset="0"/>
              <a:cs typeface="Times New Roman" panose="02020603050405020304" pitchFamily="18" charset="0"/>
            </a:endParaRPr>
          </a:p>
          <a:p>
            <a:pPr algn="just"/>
            <a:r>
              <a:rPr lang="en-US" sz="2000" b="1" i="1" dirty="0"/>
              <a:t>Positive</a:t>
            </a:r>
            <a:r>
              <a:rPr lang="en-US" sz="2000" dirty="0"/>
              <a:t> corresponds to </a:t>
            </a:r>
            <a:r>
              <a:rPr lang="en-US" sz="2000" b="1" i="1" dirty="0"/>
              <a:t>fraud</a:t>
            </a:r>
            <a:r>
              <a:rPr lang="en-US" sz="2000" dirty="0"/>
              <a:t> instances and </a:t>
            </a:r>
            <a:r>
              <a:rPr lang="en-US" sz="2000" b="1" i="1" dirty="0"/>
              <a:t>Negative </a:t>
            </a:r>
            <a:r>
              <a:rPr lang="en-US" sz="2000" dirty="0"/>
              <a:t>corresponds to </a:t>
            </a:r>
            <a:r>
              <a:rPr lang="en-US" sz="2000" b="1" i="1" dirty="0"/>
              <a:t>normal</a:t>
            </a:r>
            <a:r>
              <a:rPr lang="en-US" sz="2000" dirty="0"/>
              <a:t> instances. Evaluate these data and check its accuracy.</a:t>
            </a:r>
            <a:endParaRPr lang="en-US" sz="2000" dirty="0">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4366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7FE6A-2EC2-4BF7-BF35-660B8ED356E9}"/>
              </a:ext>
            </a:extLst>
          </p:cNvPr>
          <p:cNvSpPr>
            <a:spLocks noGrp="1"/>
          </p:cNvSpPr>
          <p:nvPr>
            <p:ph type="title"/>
          </p:nvPr>
        </p:nvSpPr>
        <p:spPr>
          <a:xfrm>
            <a:off x="838200" y="365126"/>
            <a:ext cx="10515600" cy="794372"/>
          </a:xfrm>
        </p:spPr>
        <p:txBody>
          <a:bodyPr>
            <a:normAutofit/>
          </a:bodyPr>
          <a:lstStyle/>
          <a:p>
            <a:r>
              <a:rPr lang="en-IN" sz="3200" dirty="0">
                <a:latin typeface="Times New Roman" panose="02020603050405020304" pitchFamily="18" charset="0"/>
                <a:cs typeface="Times New Roman" panose="02020603050405020304" pitchFamily="18" charset="0"/>
              </a:rPr>
              <a:t>Advantages</a:t>
            </a:r>
          </a:p>
        </p:txBody>
      </p:sp>
      <p:sp>
        <p:nvSpPr>
          <p:cNvPr id="3" name="Content Placeholder 2">
            <a:extLst>
              <a:ext uri="{FF2B5EF4-FFF2-40B4-BE49-F238E27FC236}">
                <a16:creationId xmlns:a16="http://schemas.microsoft.com/office/drawing/2014/main" id="{0914B4A8-B847-4C4B-AB23-27487C8CABD0}"/>
              </a:ext>
            </a:extLst>
          </p:cNvPr>
          <p:cNvSpPr>
            <a:spLocks noGrp="1"/>
          </p:cNvSpPr>
          <p:nvPr>
            <p:ph idx="1"/>
          </p:nvPr>
        </p:nvSpPr>
        <p:spPr>
          <a:xfrm>
            <a:off x="838200" y="1263192"/>
            <a:ext cx="10515600" cy="5229682"/>
          </a:xfrm>
        </p:spPr>
        <p:txBody>
          <a:bodyPr>
            <a:normAutofit/>
          </a:bodyPr>
          <a:lstStyle/>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a:t>
            </a:r>
            <a:r>
              <a:rPr lang="en-US" sz="2400" b="1" i="1" dirty="0">
                <a:latin typeface="Times New Roman" panose="02020603050405020304" pitchFamily="18" charset="0"/>
                <a:cs typeface="Times New Roman" panose="02020603050405020304" pitchFamily="18" charset="0"/>
              </a:rPr>
              <a:t>overcomes</a:t>
            </a:r>
            <a:r>
              <a:rPr lang="en-US" sz="2400" dirty="0">
                <a:latin typeface="Times New Roman" panose="02020603050405020304" pitchFamily="18" charset="0"/>
                <a:cs typeface="Times New Roman" panose="02020603050405020304" pitchFamily="18" charset="0"/>
              </a:rPr>
              <a:t> the problem of </a:t>
            </a:r>
            <a:r>
              <a:rPr lang="en-US" sz="2400" b="1" i="1" dirty="0">
                <a:latin typeface="Times New Roman" panose="02020603050405020304" pitchFamily="18" charset="0"/>
                <a:cs typeface="Times New Roman" panose="02020603050405020304" pitchFamily="18" charset="0"/>
              </a:rPr>
              <a:t>overfitting</a:t>
            </a:r>
            <a:r>
              <a:rPr lang="en-US" sz="2400" dirty="0">
                <a:latin typeface="Times New Roman" panose="02020603050405020304" pitchFamily="18" charset="0"/>
                <a:cs typeface="Times New Roman" panose="02020603050405020304" pitchFamily="18" charset="0"/>
              </a:rPr>
              <a:t> by averaging or combining the results of different decision trees.</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random forest algorithm is </a:t>
            </a:r>
            <a:r>
              <a:rPr lang="en-US" sz="2400" b="1" i="1" dirty="0">
                <a:latin typeface="Times New Roman" panose="02020603050405020304" pitchFamily="18" charset="0"/>
                <a:cs typeface="Times New Roman" panose="02020603050405020304" pitchFamily="18" charset="0"/>
              </a:rPr>
              <a:t>not biased</a:t>
            </a:r>
            <a:r>
              <a:rPr lang="en-US" sz="2400" dirty="0">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algorithm is </a:t>
            </a:r>
            <a:r>
              <a:rPr lang="en-US" sz="2400" b="1" i="1" dirty="0">
                <a:latin typeface="Times New Roman" panose="02020603050405020304" pitchFamily="18" charset="0"/>
                <a:cs typeface="Times New Roman" panose="02020603050405020304" pitchFamily="18" charset="0"/>
              </a:rPr>
              <a:t>very stable</a:t>
            </a:r>
            <a:r>
              <a:rPr lang="en-US" sz="2400" dirty="0">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It works well with both categorical and numerical features.</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random forest algorithm also works well when data has missing values or it has not been scaled well.</a:t>
            </a:r>
          </a:p>
          <a:p>
            <a:pPr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Scaling of data does not require in random forest algorithm.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3801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F86D7-E8ED-4D49-9671-4BEB7D0FE236}"/>
              </a:ext>
            </a:extLst>
          </p:cNvPr>
          <p:cNvSpPr>
            <a:spLocks noGrp="1"/>
          </p:cNvSpPr>
          <p:nvPr>
            <p:ph type="title"/>
          </p:nvPr>
        </p:nvSpPr>
        <p:spPr>
          <a:xfrm>
            <a:off x="838200" y="365126"/>
            <a:ext cx="10515600" cy="1152590"/>
          </a:xfrm>
        </p:spPr>
        <p:txBody>
          <a:bodyPr>
            <a:normAutofit/>
          </a:bodyPr>
          <a:lstStyle/>
          <a:p>
            <a:pPr algn="ctr"/>
            <a:r>
              <a:rPr lang="en-IN" sz="3200" dirty="0">
                <a:latin typeface="Times New Roman" panose="02020603050405020304" pitchFamily="18" charset="0"/>
                <a:cs typeface="Times New Roman" panose="02020603050405020304" pitchFamily="18" charset="0"/>
              </a:rPr>
              <a:t>SYSTEM REQUIREMENTS</a:t>
            </a:r>
          </a:p>
        </p:txBody>
      </p:sp>
      <p:sp>
        <p:nvSpPr>
          <p:cNvPr id="3" name="Content Placeholder 2">
            <a:extLst>
              <a:ext uri="{FF2B5EF4-FFF2-40B4-BE49-F238E27FC236}">
                <a16:creationId xmlns:a16="http://schemas.microsoft.com/office/drawing/2014/main" id="{03C93826-8C6D-4F74-AAB3-724F61060675}"/>
              </a:ext>
            </a:extLst>
          </p:cNvPr>
          <p:cNvSpPr>
            <a:spLocks noGrp="1"/>
          </p:cNvSpPr>
          <p:nvPr>
            <p:ph idx="1"/>
          </p:nvPr>
        </p:nvSpPr>
        <p:spPr>
          <a:xfrm>
            <a:off x="1574276" y="1825625"/>
            <a:ext cx="9779524" cy="4351338"/>
          </a:xfrm>
        </p:spPr>
        <p:txBody>
          <a:bodyPr/>
          <a:lstStyle/>
          <a:p>
            <a:pPr marL="0" indent="0">
              <a:spcAft>
                <a:spcPts val="600"/>
              </a:spcAft>
              <a:buNone/>
            </a:pPr>
            <a:r>
              <a:rPr lang="en-IN" dirty="0">
                <a:latin typeface="Times New Roman" panose="02020603050405020304" pitchFamily="18" charset="0"/>
                <a:cs typeface="Times New Roman" panose="02020603050405020304" pitchFamily="18" charset="0"/>
              </a:rPr>
              <a:t>Hardware Requirements</a:t>
            </a:r>
          </a:p>
          <a:p>
            <a:pPr marL="0" indent="0">
              <a:spcBef>
                <a:spcPts val="600"/>
              </a:spcBef>
              <a:buNone/>
            </a:pPr>
            <a:r>
              <a:rPr lang="nn-NO" sz="2400" dirty="0"/>
              <a:t>         </a:t>
            </a:r>
            <a:r>
              <a:rPr lang="nn-NO" sz="2000" dirty="0"/>
              <a:t>1.</a:t>
            </a:r>
            <a:r>
              <a:rPr lang="nn-NO" sz="2000" dirty="0">
                <a:latin typeface="Times New Roman" panose="02020603050405020304" pitchFamily="18" charset="0"/>
                <a:cs typeface="Times New Roman" panose="02020603050405020304" pitchFamily="18" charset="0"/>
              </a:rPr>
              <a:t>RAM: 4-GB </a:t>
            </a:r>
          </a:p>
          <a:p>
            <a:pPr marL="0" indent="0" algn="just">
              <a:spcBef>
                <a:spcPts val="600"/>
              </a:spcBef>
              <a:buNone/>
            </a:pPr>
            <a:r>
              <a:rPr lang="nn-NO" sz="2000" dirty="0">
                <a:latin typeface="Times New Roman" panose="02020603050405020304" pitchFamily="18" charset="0"/>
                <a:cs typeface="Times New Roman" panose="02020603050405020304" pitchFamily="18" charset="0"/>
              </a:rPr>
              <a:t>          2.STORAGE: 80 GB Hard Disk</a:t>
            </a:r>
          </a:p>
          <a:p>
            <a:pPr marL="0" indent="0" algn="just">
              <a:buNone/>
            </a:pPr>
            <a:endParaRPr lang="nn-NO" sz="2400" dirty="0"/>
          </a:p>
          <a:p>
            <a:pPr marL="0" indent="0" algn="just">
              <a:spcBef>
                <a:spcPts val="600"/>
              </a:spcBef>
              <a:buNone/>
            </a:pPr>
            <a:r>
              <a:rPr lang="nn-NO" dirty="0">
                <a:latin typeface="Times New Roman" panose="02020603050405020304" pitchFamily="18" charset="0"/>
                <a:cs typeface="Times New Roman" panose="02020603050405020304" pitchFamily="18" charset="0"/>
              </a:rPr>
              <a:t>Software Requirements</a:t>
            </a:r>
          </a:p>
          <a:p>
            <a:pPr marL="0" indent="0" algn="just">
              <a:lnSpc>
                <a:spcPct val="100000"/>
              </a:lnSpc>
              <a:spcBef>
                <a:spcPts val="600"/>
              </a:spcBef>
              <a:buNone/>
            </a:pPr>
            <a:r>
              <a:rPr lang="nn-NO" dirty="0">
                <a:latin typeface="Times New Roman" panose="02020603050405020304" pitchFamily="18" charset="0"/>
                <a:cs typeface="Times New Roman" panose="02020603050405020304" pitchFamily="18" charset="0"/>
              </a:rPr>
              <a:t>      </a:t>
            </a:r>
            <a:r>
              <a:rPr lang="nn-NO" sz="2400" dirty="0">
                <a:latin typeface="Times New Roman" panose="02020603050405020304" pitchFamily="18" charset="0"/>
                <a:cs typeface="Times New Roman" panose="02020603050405020304" pitchFamily="18" charset="0"/>
              </a:rPr>
              <a:t> </a:t>
            </a:r>
            <a:r>
              <a:rPr lang="nn-NO" sz="2000" dirty="0">
                <a:latin typeface="Times New Roman" panose="02020603050405020304" pitchFamily="18" charset="0"/>
                <a:cs typeface="Times New Roman" panose="02020603050405020304" pitchFamily="18" charset="0"/>
              </a:rPr>
              <a:t>1.</a:t>
            </a:r>
            <a:r>
              <a:rPr lang="en-IN" sz="2000" dirty="0">
                <a:latin typeface="Times New Roman" panose="02020603050405020304" pitchFamily="18" charset="0"/>
                <a:cs typeface="Times New Roman" panose="02020603050405020304" pitchFamily="18" charset="0"/>
              </a:rPr>
              <a:t> Language: Python </a:t>
            </a:r>
          </a:p>
          <a:p>
            <a:pPr marL="0" indent="0" algn="just">
              <a:lnSpc>
                <a:spcPct val="100000"/>
              </a:lnSpc>
              <a:spcBef>
                <a:spcPts val="600"/>
              </a:spcBef>
              <a:buNone/>
            </a:pPr>
            <a:r>
              <a:rPr lang="en-IN" sz="2000" dirty="0">
                <a:latin typeface="Times New Roman" panose="02020603050405020304" pitchFamily="18" charset="0"/>
                <a:cs typeface="Times New Roman" panose="02020603050405020304" pitchFamily="18" charset="0"/>
              </a:rPr>
              <a:t>          2. Operating System: Windows, Linux </a:t>
            </a:r>
          </a:p>
          <a:p>
            <a:pPr marL="0" indent="0" algn="just">
              <a:lnSpc>
                <a:spcPct val="100000"/>
              </a:lnSpc>
              <a:spcBef>
                <a:spcPts val="600"/>
              </a:spcBef>
              <a:buNone/>
            </a:pPr>
            <a:r>
              <a:rPr lang="en-IN" sz="2000" dirty="0">
                <a:latin typeface="Times New Roman" panose="02020603050405020304" pitchFamily="18" charset="0"/>
                <a:cs typeface="Times New Roman" panose="02020603050405020304" pitchFamily="18" charset="0"/>
              </a:rPr>
              <a:t>          3. Back End Software: Anaconda, Spyder </a:t>
            </a:r>
          </a:p>
        </p:txBody>
      </p:sp>
    </p:spTree>
    <p:extLst>
      <p:ext uri="{BB962C8B-B14F-4D97-AF65-F5344CB8AC3E}">
        <p14:creationId xmlns:p14="http://schemas.microsoft.com/office/powerpoint/2010/main" val="2587560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ECD0E-E227-4764-A5A6-539891D8837C}"/>
              </a:ext>
            </a:extLst>
          </p:cNvPr>
          <p:cNvSpPr>
            <a:spLocks noGrp="1"/>
          </p:cNvSpPr>
          <p:nvPr>
            <p:ph type="title"/>
          </p:nvPr>
        </p:nvSpPr>
        <p:spPr>
          <a:xfrm>
            <a:off x="838200" y="365126"/>
            <a:ext cx="10515600" cy="794374"/>
          </a:xfrm>
        </p:spPr>
        <p:txBody>
          <a:bodyPr>
            <a:normAutofit/>
          </a:bodyPr>
          <a:lstStyle/>
          <a:p>
            <a:pPr algn="ctr"/>
            <a:r>
              <a:rPr lang="en-IN" sz="3200">
                <a:latin typeface="Times New Roman" panose="02020603050405020304" pitchFamily="18" charset="0"/>
                <a:cs typeface="Times New Roman" panose="02020603050405020304" pitchFamily="18" charset="0"/>
              </a:rPr>
              <a:t>OUTPUTS</a:t>
            </a:r>
            <a:endParaRPr lang="en-IN" sz="3200" dirty="0">
              <a:latin typeface="Times New Roman" panose="02020603050405020304" pitchFamily="18" charset="0"/>
              <a:cs typeface="Times New Roman" panose="02020603050405020304" pitchFamily="18" charset="0"/>
            </a:endParaRPr>
          </a:p>
        </p:txBody>
      </p:sp>
      <p:sp>
        <p:nvSpPr>
          <p:cNvPr id="18" name="Content Placeholder 17">
            <a:extLst>
              <a:ext uri="{FF2B5EF4-FFF2-40B4-BE49-F238E27FC236}">
                <a16:creationId xmlns:a16="http://schemas.microsoft.com/office/drawing/2014/main" id="{F9634BEE-4E4B-41D2-A195-D7FCE85644ED}"/>
              </a:ext>
            </a:extLst>
          </p:cNvPr>
          <p:cNvSpPr>
            <a:spLocks noGrp="1"/>
          </p:cNvSpPr>
          <p:nvPr>
            <p:ph idx="1"/>
          </p:nvPr>
        </p:nvSpPr>
        <p:spPr>
          <a:xfrm>
            <a:off x="838200" y="1335386"/>
            <a:ext cx="10515600" cy="5157487"/>
          </a:xfrm>
        </p:spPr>
        <p:txBody>
          <a:bodyPr/>
          <a:lstStyle/>
          <a:p>
            <a:endParaRPr lang="en-IN" dirty="0"/>
          </a:p>
          <a:p>
            <a:endParaRPr lang="en-IN" dirty="0"/>
          </a:p>
          <a:p>
            <a:endParaRPr lang="en-IN" dirty="0"/>
          </a:p>
          <a:p>
            <a:endParaRPr lang="en-IN" dirty="0"/>
          </a:p>
          <a:p>
            <a:endParaRPr lang="en-IN" dirty="0"/>
          </a:p>
          <a:p>
            <a:pPr marL="0" indent="0">
              <a:buNone/>
            </a:pPr>
            <a:r>
              <a:rPr lang="en-IN" sz="1800" dirty="0">
                <a:latin typeface="Times New Roman" panose="02020603050405020304" pitchFamily="18" charset="0"/>
                <a:cs typeface="Times New Roman" panose="02020603050405020304" pitchFamily="18" charset="0"/>
              </a:rPr>
              <a:t>                fig1.Description of the dataset                                                     fig2.Distribution of Amount</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          fig3.Percentage of Normal and Fraud                                    </a:t>
            </a:r>
          </a:p>
          <a:p>
            <a:pPr marL="0" indent="0">
              <a:buNone/>
            </a:pPr>
            <a:r>
              <a:rPr lang="en-IN" sz="1800" dirty="0">
                <a:latin typeface="Times New Roman" panose="02020603050405020304" pitchFamily="18" charset="0"/>
                <a:cs typeface="Times New Roman" panose="02020603050405020304" pitchFamily="18" charset="0"/>
              </a:rPr>
              <a:t>                                                                                                               fig4.Number of Fraud and Normal</a:t>
            </a:r>
          </a:p>
        </p:txBody>
      </p:sp>
      <p:pic>
        <p:nvPicPr>
          <p:cNvPr id="7" name="Picture 6">
            <a:extLst>
              <a:ext uri="{FF2B5EF4-FFF2-40B4-BE49-F238E27FC236}">
                <a16:creationId xmlns:a16="http://schemas.microsoft.com/office/drawing/2014/main" id="{AE3CE794-0338-417F-AFA3-7413A9F914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1001" y="4904129"/>
            <a:ext cx="2406774" cy="794372"/>
          </a:xfrm>
          <a:prstGeom prst="rect">
            <a:avLst/>
          </a:prstGeom>
          <a:ln>
            <a:no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B6015107-EB2D-4B35-902B-BD156C5F63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6120" y="4726610"/>
            <a:ext cx="3384724" cy="1149409"/>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F02B660D-02CC-48B8-BBB6-8BCCFD700C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44809" y="1335387"/>
            <a:ext cx="3384724" cy="2269502"/>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B5611663-BBD7-4D07-A0D3-C5D569281F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36554" y="1335387"/>
            <a:ext cx="4286470" cy="249567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61640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D1AD024-74B1-413D-8758-5C49E39666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19941" y="4799263"/>
            <a:ext cx="4140413" cy="781090"/>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A02CDDE7-87BF-464B-A03F-11DF735944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4770" y="3780150"/>
            <a:ext cx="2902009" cy="2268768"/>
          </a:xfrm>
          <a:prstGeom prst="rect">
            <a:avLst/>
          </a:prstGeom>
          <a:ln>
            <a:no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80601698-7540-41FB-AD4B-051FB4275F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71495" y="412689"/>
            <a:ext cx="2552831" cy="2375022"/>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1D4D3397-2115-4CCF-83BA-6C65825C54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19779" y="920715"/>
            <a:ext cx="4019757" cy="1866996"/>
          </a:xfrm>
          <a:prstGeom prst="rect">
            <a:avLst/>
          </a:prstGeom>
          <a:ln>
            <a:noFill/>
          </a:ln>
          <a:effectLst>
            <a:outerShdw blurRad="292100" dist="139700" dir="2700000" algn="tl" rotWithShape="0">
              <a:srgbClr val="333333">
                <a:alpha val="65000"/>
              </a:srgbClr>
            </a:outerShdw>
          </a:effectLst>
        </p:spPr>
      </p:pic>
      <p:sp>
        <p:nvSpPr>
          <p:cNvPr id="17" name="Title 16">
            <a:extLst>
              <a:ext uri="{FF2B5EF4-FFF2-40B4-BE49-F238E27FC236}">
                <a16:creationId xmlns:a16="http://schemas.microsoft.com/office/drawing/2014/main" id="{0725059A-7359-4BCC-B4C9-2E5865730C3C}"/>
              </a:ext>
            </a:extLst>
          </p:cNvPr>
          <p:cNvSpPr>
            <a:spLocks noGrp="1"/>
          </p:cNvSpPr>
          <p:nvPr>
            <p:ph type="ctrTitle"/>
          </p:nvPr>
        </p:nvSpPr>
        <p:spPr>
          <a:xfrm>
            <a:off x="1524000" y="1122363"/>
            <a:ext cx="9373386" cy="2306637"/>
          </a:xfrm>
        </p:spPr>
        <p:txBody>
          <a:bodyPr>
            <a:normAutofit/>
          </a:bodyPr>
          <a:lstStyle/>
          <a:p>
            <a:pPr algn="l"/>
            <a:r>
              <a:rPr lang="en-IN" sz="2000" dirty="0">
                <a:latin typeface="Times New Roman" panose="02020603050405020304" pitchFamily="18" charset="0"/>
                <a:cs typeface="Times New Roman" panose="02020603050405020304" pitchFamily="18" charset="0"/>
              </a:rPr>
              <a:t> fig5.Amount details of fraudulent transaction                    fig6.details of valid transaction</a:t>
            </a:r>
            <a:endParaRPr lang="en-IN" sz="2000" dirty="0"/>
          </a:p>
        </p:txBody>
      </p:sp>
      <p:sp>
        <p:nvSpPr>
          <p:cNvPr id="18" name="Subtitle 17">
            <a:extLst>
              <a:ext uri="{FF2B5EF4-FFF2-40B4-BE49-F238E27FC236}">
                <a16:creationId xmlns:a16="http://schemas.microsoft.com/office/drawing/2014/main" id="{8F6A59F1-501A-4D4E-972E-B5AAC4E466F4}"/>
              </a:ext>
            </a:extLst>
          </p:cNvPr>
          <p:cNvSpPr>
            <a:spLocks noGrp="1"/>
          </p:cNvSpPr>
          <p:nvPr>
            <p:ph type="subTitle" idx="1"/>
          </p:nvPr>
        </p:nvSpPr>
        <p:spPr>
          <a:xfrm>
            <a:off x="1431646" y="3630646"/>
            <a:ext cx="9465740" cy="3024677"/>
          </a:xfrm>
        </p:spPr>
        <p:txBody>
          <a:bodyPr>
            <a:normAutofit lnSpcReduction="10000"/>
          </a:bodyPr>
          <a:lstStyle/>
          <a:p>
            <a:endParaRPr lang="en-IN" dirty="0"/>
          </a:p>
          <a:p>
            <a:endParaRPr lang="en-IN" dirty="0"/>
          </a:p>
          <a:p>
            <a:endParaRPr lang="en-IN" dirty="0"/>
          </a:p>
          <a:p>
            <a:endParaRPr lang="en-IN" dirty="0"/>
          </a:p>
          <a:p>
            <a:endParaRPr lang="en-IN" dirty="0"/>
          </a:p>
          <a:p>
            <a:pPr algn="l"/>
            <a:endParaRPr lang="en-IN" dirty="0"/>
          </a:p>
          <a:p>
            <a:pPr algn="l"/>
            <a:r>
              <a:rPr lang="en-IN" sz="2000" dirty="0">
                <a:latin typeface="Times New Roman" panose="02020603050405020304" pitchFamily="18" charset="0"/>
                <a:cs typeface="Times New Roman" panose="02020603050405020304" pitchFamily="18" charset="0"/>
              </a:rPr>
              <a:t>               fig7:Random Tree                                                    fig8:Evaluation</a:t>
            </a:r>
          </a:p>
        </p:txBody>
      </p:sp>
    </p:spTree>
    <p:extLst>
      <p:ext uri="{BB962C8B-B14F-4D97-AF65-F5344CB8AC3E}">
        <p14:creationId xmlns:p14="http://schemas.microsoft.com/office/powerpoint/2010/main" val="3788825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6E4AC-CFCB-498A-9F2F-B1B7867553FE}"/>
              </a:ext>
            </a:extLst>
          </p:cNvPr>
          <p:cNvSpPr>
            <a:spLocks noGrp="1"/>
          </p:cNvSpPr>
          <p:nvPr>
            <p:ph type="title"/>
          </p:nvPr>
        </p:nvSpPr>
        <p:spPr>
          <a:xfrm>
            <a:off x="838200" y="365126"/>
            <a:ext cx="10515600" cy="860360"/>
          </a:xfrm>
        </p:spPr>
        <p:txBody>
          <a:bodyPr>
            <a:normAutofit/>
          </a:bodyPr>
          <a:lstStyle/>
          <a:p>
            <a:pPr algn="ctr"/>
            <a:r>
              <a:rPr lang="en-IN" sz="28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169E5D14-1B97-41EC-8036-87F4779D800C}"/>
              </a:ext>
            </a:extLst>
          </p:cNvPr>
          <p:cNvSpPr>
            <a:spLocks noGrp="1"/>
          </p:cNvSpPr>
          <p:nvPr>
            <p:ph idx="1"/>
          </p:nvPr>
        </p:nvSpPr>
        <p:spPr>
          <a:xfrm>
            <a:off x="838200" y="1225486"/>
            <a:ext cx="10515600" cy="4951477"/>
          </a:xfrm>
        </p:spPr>
        <p:txBody>
          <a:bodyPr>
            <a:normAutofit/>
          </a:bodyPr>
          <a:lstStyle/>
          <a:p>
            <a:pPr algn="just"/>
            <a:r>
              <a:rPr lang="en-US" sz="2400" dirty="0">
                <a:latin typeface="Times New Roman" panose="02020603050405020304" pitchFamily="18" charset="0"/>
                <a:cs typeface="Times New Roman" panose="02020603050405020304" pitchFamily="18" charset="0"/>
              </a:rPr>
              <a:t>Credit card fraud has increased exponentially in recent years. Accordingly, one of the main tasks of the financial industries is to develop an accurate and easy credit card fraud detection system. </a:t>
            </a:r>
          </a:p>
          <a:p>
            <a:pPr algn="just"/>
            <a:r>
              <a:rPr lang="en-US" sz="2400" dirty="0">
                <a:latin typeface="Times New Roman" panose="02020603050405020304" pitchFamily="18" charset="0"/>
                <a:cs typeface="Times New Roman" panose="02020603050405020304" pitchFamily="18" charset="0"/>
              </a:rPr>
              <a:t>There are different categories of transaction scam as well as several methods to detect them. However, all these methods remain insufficient. </a:t>
            </a:r>
          </a:p>
          <a:p>
            <a:pPr algn="just"/>
            <a:r>
              <a:rPr lang="en-US" sz="2400" dirty="0">
                <a:latin typeface="Times New Roman" panose="02020603050405020304" pitchFamily="18" charset="0"/>
                <a:cs typeface="Times New Roman" panose="02020603050405020304" pitchFamily="18" charset="0"/>
              </a:rPr>
              <a:t>This paper has examined the performance of Random forest model, which Consist of multiple trees and each tree is trained on a subset of data and reduce the overall biasedness. </a:t>
            </a:r>
          </a:p>
          <a:p>
            <a:pPr algn="just"/>
            <a:r>
              <a:rPr lang="en-US" sz="2400" dirty="0">
                <a:latin typeface="Times New Roman" panose="02020603050405020304" pitchFamily="18" charset="0"/>
                <a:cs typeface="Times New Roman" panose="02020603050405020304" pitchFamily="18" charset="0"/>
              </a:rPr>
              <a:t>And also even if a new data point is introduced in the dataset the overall algorithm is not affected. So it helps to improve the voting and make better prediction.</a:t>
            </a:r>
          </a:p>
        </p:txBody>
      </p:sp>
    </p:spTree>
    <p:extLst>
      <p:ext uri="{BB962C8B-B14F-4D97-AF65-F5344CB8AC3E}">
        <p14:creationId xmlns:p14="http://schemas.microsoft.com/office/powerpoint/2010/main" val="4087960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073FB-1A2C-466F-B2CB-D5AB8A89FC79}"/>
              </a:ext>
            </a:extLst>
          </p:cNvPr>
          <p:cNvSpPr>
            <a:spLocks noGrp="1"/>
          </p:cNvSpPr>
          <p:nvPr>
            <p:ph type="title"/>
          </p:nvPr>
        </p:nvSpPr>
        <p:spPr>
          <a:xfrm>
            <a:off x="838200" y="365126"/>
            <a:ext cx="10515600" cy="954628"/>
          </a:xfrm>
        </p:spPr>
        <p:txBody>
          <a:bodyPr>
            <a:normAutofit/>
          </a:bodyPr>
          <a:lstStyle/>
          <a:p>
            <a:pPr algn="ctr"/>
            <a:r>
              <a:rPr lang="en-IN" sz="2800" dirty="0">
                <a:latin typeface="Times New Roman" panose="02020603050405020304" pitchFamily="18" charset="0"/>
                <a:cs typeface="Times New Roman" panose="02020603050405020304" pitchFamily="18" charset="0"/>
              </a:rPr>
              <a:t>FUTURE ENHANCEMENT</a:t>
            </a:r>
          </a:p>
        </p:txBody>
      </p:sp>
      <p:sp>
        <p:nvSpPr>
          <p:cNvPr id="3" name="Content Placeholder 2">
            <a:extLst>
              <a:ext uri="{FF2B5EF4-FFF2-40B4-BE49-F238E27FC236}">
                <a16:creationId xmlns:a16="http://schemas.microsoft.com/office/drawing/2014/main" id="{1FEEF6FB-BCDC-4FDF-BA82-2624E42C22A9}"/>
              </a:ext>
            </a:extLst>
          </p:cNvPr>
          <p:cNvSpPr>
            <a:spLocks noGrp="1"/>
          </p:cNvSpPr>
          <p:nvPr>
            <p:ph idx="1"/>
          </p:nvPr>
        </p:nvSpPr>
        <p:spPr>
          <a:xfrm>
            <a:off x="838200" y="1319754"/>
            <a:ext cx="10515600" cy="4857209"/>
          </a:xfrm>
        </p:spPr>
        <p:txBody>
          <a:bodyPr>
            <a:normAutofit/>
          </a:bodyPr>
          <a:lstStyle/>
          <a:p>
            <a:pPr algn="just"/>
            <a:r>
              <a:rPr lang="en-US" sz="2400" dirty="0">
                <a:latin typeface="Times New Roman" panose="02020603050405020304" pitchFamily="18" charset="0"/>
                <a:cs typeface="Times New Roman" panose="02020603050405020304" pitchFamily="18" charset="0"/>
              </a:rPr>
              <a:t>While we couldn’t reach out goal of 100% accuracy in fraud detection, we did end up creating a system that can, with enough time and data, get very close to that goal.</a:t>
            </a:r>
          </a:p>
          <a:p>
            <a:pPr algn="just"/>
            <a:r>
              <a:rPr lang="en-US" sz="2400" dirty="0">
                <a:latin typeface="Times New Roman" panose="02020603050405020304" pitchFamily="18" charset="0"/>
                <a:cs typeface="Times New Roman" panose="02020603050405020304" pitchFamily="18" charset="0"/>
              </a:rPr>
              <a:t>More room for improvement can be found in the dataset. </a:t>
            </a:r>
          </a:p>
          <a:p>
            <a:pPr algn="just"/>
            <a:r>
              <a:rPr lang="en-US" sz="2400" dirty="0">
                <a:latin typeface="Times New Roman" panose="02020603050405020304" pitchFamily="18" charset="0"/>
                <a:cs typeface="Times New Roman" panose="02020603050405020304" pitchFamily="18" charset="0"/>
              </a:rPr>
              <a:t>The precision of the algorithms increases when the size of dataset is increased. Hence, more data will surely make the model more accurate in detecting frauds and reduce the number of false positives.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96071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FED1D-92CC-4984-99AF-90492AEFA052}"/>
              </a:ext>
            </a:extLst>
          </p:cNvPr>
          <p:cNvSpPr>
            <a:spLocks noGrp="1"/>
          </p:cNvSpPr>
          <p:nvPr>
            <p:ph type="title"/>
          </p:nvPr>
        </p:nvSpPr>
        <p:spPr>
          <a:xfrm>
            <a:off x="838200" y="365126"/>
            <a:ext cx="10515600" cy="766090"/>
          </a:xfrm>
        </p:spPr>
        <p:txBody>
          <a:bodyPr>
            <a:normAutofit/>
          </a:bodyPr>
          <a:lstStyle/>
          <a:p>
            <a:pPr algn="ctr"/>
            <a:r>
              <a:rPr lang="en-IN" sz="2800"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ECD67B80-6855-4CAF-88EF-9D8F4A8EDD9B}"/>
              </a:ext>
            </a:extLst>
          </p:cNvPr>
          <p:cNvSpPr>
            <a:spLocks noGrp="1"/>
          </p:cNvSpPr>
          <p:nvPr>
            <p:ph idx="1"/>
          </p:nvPr>
        </p:nvSpPr>
        <p:spPr>
          <a:xfrm>
            <a:off x="707009" y="1244338"/>
            <a:ext cx="10821971" cy="4939646"/>
          </a:xfrm>
        </p:spPr>
        <p:txBody>
          <a:bodyPr>
            <a:normAutofit/>
          </a:bodyPr>
          <a:lstStyle/>
          <a:p>
            <a:r>
              <a:rPr lang="en-US" sz="2000" dirty="0">
                <a:solidFill>
                  <a:srgbClr val="FF0000"/>
                </a:solidFill>
                <a:latin typeface="Times New Roman" panose="02020603050405020304" pitchFamily="18" charset="0"/>
                <a:cs typeface="Times New Roman" panose="02020603050405020304" pitchFamily="18" charset="0"/>
              </a:rPr>
              <a:t>“Credit Card Fraud Detection Using Hidden Markov Model” published by International Journal Of Engineering And Computer Science Volume 8 Issue 11 November 2019.</a:t>
            </a:r>
          </a:p>
          <a:p>
            <a:r>
              <a:rPr lang="en-US" sz="2000" dirty="0">
                <a:solidFill>
                  <a:schemeClr val="accent1">
                    <a:lumMod val="50000"/>
                  </a:schemeClr>
                </a:solidFill>
                <a:latin typeface="Times New Roman" panose="02020603050405020304" pitchFamily="18" charset="0"/>
                <a:cs typeface="Times New Roman" panose="02020603050405020304" pitchFamily="18" charset="0"/>
              </a:rPr>
              <a:t>“Credit Card Fraud Detection using Machine Learning and Data Science” published by International Journal of Engineering Research &amp; Technology (IJERT) ISSN: 2278- 0181 Vol. 8 Issue 09, September-2019</a:t>
            </a:r>
          </a:p>
          <a:p>
            <a:r>
              <a:rPr lang="en-US" sz="2000" dirty="0">
                <a:solidFill>
                  <a:schemeClr val="accent5">
                    <a:lumMod val="75000"/>
                  </a:schemeClr>
                </a:solidFill>
                <a:latin typeface="Times New Roman" panose="02020603050405020304" pitchFamily="18" charset="0"/>
                <a:cs typeface="Times New Roman" panose="02020603050405020304" pitchFamily="18" charset="0"/>
              </a:rPr>
              <a:t>“Credit Card Fraud Detection System using Smote Technique and Whale Optimization Algorithm” published by International Journal of Engineering and Advanced Technology (IJEAT) ISSN: 2249-8958, Volume-8 Issue-5, June 2019</a:t>
            </a:r>
          </a:p>
          <a:p>
            <a:r>
              <a:rPr lang="en-US" sz="2000" dirty="0">
                <a:solidFill>
                  <a:schemeClr val="accent5">
                    <a:lumMod val="75000"/>
                  </a:schemeClr>
                </a:solidFill>
                <a:latin typeface="Times New Roman" panose="02020603050405020304" pitchFamily="18" charset="0"/>
                <a:cs typeface="Times New Roman" panose="02020603050405020304" pitchFamily="18" charset="0"/>
              </a:rPr>
              <a:t>“Credit Card Fraud Detection: A Realistic Modeling and a Novel Learning Strategy” published by IEEE TRANSACTIONS ON NEURAL NETWORKS AND LEARNING SYSTEMS, VOL. 29, NO. 8, AUGUST 2018</a:t>
            </a:r>
          </a:p>
          <a:p>
            <a:r>
              <a:rPr lang="en-IN" sz="2000" dirty="0">
                <a:solidFill>
                  <a:schemeClr val="accent5">
                    <a:lumMod val="75000"/>
                  </a:schemeClr>
                </a:solidFill>
                <a:latin typeface="Times New Roman" panose="02020603050405020304" pitchFamily="18" charset="0"/>
                <a:cs typeface="Times New Roman" panose="02020603050405020304" pitchFamily="18" charset="0"/>
              </a:rPr>
              <a:t>Credit Card Fraud Detection through Par enclitic Network Analysis By Massimiliano </a:t>
            </a:r>
            <a:r>
              <a:rPr lang="en-IN" sz="2000" dirty="0" err="1">
                <a:solidFill>
                  <a:schemeClr val="accent5">
                    <a:lumMod val="75000"/>
                  </a:schemeClr>
                </a:solidFill>
                <a:latin typeface="Times New Roman" panose="02020603050405020304" pitchFamily="18" charset="0"/>
                <a:cs typeface="Times New Roman" panose="02020603050405020304" pitchFamily="18" charset="0"/>
              </a:rPr>
              <a:t>Zanin</a:t>
            </a:r>
            <a:r>
              <a:rPr lang="en-IN" sz="2000" dirty="0">
                <a:solidFill>
                  <a:schemeClr val="accent5">
                    <a:lumMod val="75000"/>
                  </a:schemeClr>
                </a:solidFill>
                <a:latin typeface="Times New Roman" panose="02020603050405020304" pitchFamily="18" charset="0"/>
                <a:cs typeface="Times New Roman" panose="02020603050405020304" pitchFamily="18" charset="0"/>
              </a:rPr>
              <a:t>, Miguel Romance, </a:t>
            </a:r>
            <a:r>
              <a:rPr lang="en-IN" sz="2000" dirty="0" err="1">
                <a:solidFill>
                  <a:schemeClr val="accent5">
                    <a:lumMod val="75000"/>
                  </a:schemeClr>
                </a:solidFill>
                <a:latin typeface="Times New Roman" panose="02020603050405020304" pitchFamily="18" charset="0"/>
                <a:cs typeface="Times New Roman" panose="02020603050405020304" pitchFamily="18" charset="0"/>
              </a:rPr>
              <a:t>Regino</a:t>
            </a:r>
            <a:r>
              <a:rPr lang="en-IN" sz="2000" dirty="0">
                <a:solidFill>
                  <a:schemeClr val="accent5">
                    <a:lumMod val="75000"/>
                  </a:schemeClr>
                </a:solidFill>
                <a:latin typeface="Times New Roman" panose="02020603050405020304" pitchFamily="18" charset="0"/>
                <a:cs typeface="Times New Roman" panose="02020603050405020304" pitchFamily="18" charset="0"/>
              </a:rPr>
              <a:t> </a:t>
            </a:r>
            <a:r>
              <a:rPr lang="en-IN" sz="2000" dirty="0" err="1">
                <a:solidFill>
                  <a:schemeClr val="accent5">
                    <a:lumMod val="75000"/>
                  </a:schemeClr>
                </a:solidFill>
                <a:latin typeface="Times New Roman" panose="02020603050405020304" pitchFamily="18" charset="0"/>
                <a:cs typeface="Times New Roman" panose="02020603050405020304" pitchFamily="18" charset="0"/>
              </a:rPr>
              <a:t>Criado</a:t>
            </a:r>
            <a:r>
              <a:rPr lang="en-IN" sz="2000" dirty="0">
                <a:solidFill>
                  <a:schemeClr val="accent5">
                    <a:lumMod val="75000"/>
                  </a:schemeClr>
                </a:solidFill>
                <a:latin typeface="Times New Roman" panose="02020603050405020304" pitchFamily="18" charset="0"/>
                <a:cs typeface="Times New Roman" panose="02020603050405020304" pitchFamily="18" charset="0"/>
              </a:rPr>
              <a:t>, and </a:t>
            </a:r>
            <a:r>
              <a:rPr lang="en-IN" sz="2000" dirty="0" err="1">
                <a:solidFill>
                  <a:schemeClr val="accent5">
                    <a:lumMod val="75000"/>
                  </a:schemeClr>
                </a:solidFill>
                <a:latin typeface="Times New Roman" panose="02020603050405020304" pitchFamily="18" charset="0"/>
                <a:cs typeface="Times New Roman" panose="02020603050405020304" pitchFamily="18" charset="0"/>
              </a:rPr>
              <a:t>SantiagoMoral</a:t>
            </a:r>
            <a:r>
              <a:rPr lang="en-IN" sz="2000" dirty="0">
                <a:solidFill>
                  <a:schemeClr val="accent5">
                    <a:lumMod val="75000"/>
                  </a:schemeClr>
                </a:solidFill>
                <a:latin typeface="Times New Roman" panose="02020603050405020304" pitchFamily="18" charset="0"/>
                <a:cs typeface="Times New Roman" panose="02020603050405020304" pitchFamily="18" charset="0"/>
              </a:rPr>
              <a:t>” published by </a:t>
            </a:r>
            <a:r>
              <a:rPr lang="en-IN" sz="2000" dirty="0" err="1">
                <a:solidFill>
                  <a:schemeClr val="accent5">
                    <a:lumMod val="75000"/>
                  </a:schemeClr>
                </a:solidFill>
                <a:latin typeface="Times New Roman" panose="02020603050405020304" pitchFamily="18" charset="0"/>
                <a:cs typeface="Times New Roman" panose="02020603050405020304" pitchFamily="18" charset="0"/>
              </a:rPr>
              <a:t>Hindawi</a:t>
            </a:r>
            <a:r>
              <a:rPr lang="en-IN" sz="2000" dirty="0">
                <a:solidFill>
                  <a:schemeClr val="accent5">
                    <a:lumMod val="75000"/>
                  </a:schemeClr>
                </a:solidFill>
                <a:latin typeface="Times New Roman" panose="02020603050405020304" pitchFamily="18" charset="0"/>
                <a:cs typeface="Times New Roman" panose="02020603050405020304" pitchFamily="18" charset="0"/>
              </a:rPr>
              <a:t> Complexity Volume 2018, Article ID </a:t>
            </a:r>
            <a:r>
              <a:rPr lang="en-IN" sz="2000">
                <a:solidFill>
                  <a:schemeClr val="accent5">
                    <a:lumMod val="75000"/>
                  </a:schemeClr>
                </a:solidFill>
                <a:latin typeface="Times New Roman" panose="02020603050405020304" pitchFamily="18" charset="0"/>
                <a:cs typeface="Times New Roman" panose="02020603050405020304" pitchFamily="18" charset="0"/>
              </a:rPr>
              <a:t>5764370 </a:t>
            </a:r>
            <a:endParaRPr lang="en-IN" sz="2000" dirty="0">
              <a:solidFill>
                <a:schemeClr val="accent5">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79313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F81EF-44AC-49C7-B926-7951392A9CC4}"/>
              </a:ext>
            </a:extLst>
          </p:cNvPr>
          <p:cNvSpPr>
            <a:spLocks noGrp="1"/>
          </p:cNvSpPr>
          <p:nvPr>
            <p:ph type="title"/>
          </p:nvPr>
        </p:nvSpPr>
        <p:spPr>
          <a:xfrm>
            <a:off x="838200" y="2752627"/>
            <a:ext cx="10515600" cy="1521332"/>
          </a:xfrm>
        </p:spPr>
        <p:txBody>
          <a:bodyPr>
            <a:normAutofit fontScale="90000"/>
          </a:bodyPr>
          <a:lstStyle/>
          <a:p>
            <a:pPr lvl="0" algn="ctr">
              <a:lnSpc>
                <a:spcPct val="100000"/>
              </a:lnSpc>
              <a:spcBef>
                <a:spcPts val="0"/>
              </a:spcBef>
            </a:pPr>
            <a:r>
              <a:rPr lang="en-US" sz="5400" b="1" dirty="0">
                <a:ln w="1905"/>
                <a:solidFill>
                  <a:srgbClr val="0070C0"/>
                </a:solidFill>
                <a:effectLst>
                  <a:innerShdw blurRad="69850" dist="43180" dir="5400000">
                    <a:srgbClr val="000000">
                      <a:alpha val="65000"/>
                    </a:srgbClr>
                  </a:innerShdw>
                </a:effectLst>
                <a:latin typeface="Calibri"/>
                <a:ea typeface="+mn-ea"/>
                <a:cs typeface="+mn-cs"/>
              </a:rPr>
              <a:t>Thank you!!!</a:t>
            </a:r>
            <a:br>
              <a:rPr lang="en-US" sz="5400" b="1" dirty="0">
                <a:ln w="1905"/>
                <a:gradFill>
                  <a:gsLst>
                    <a:gs pos="0">
                      <a:srgbClr val="70AD47">
                        <a:shade val="20000"/>
                        <a:satMod val="200000"/>
                      </a:srgbClr>
                    </a:gs>
                    <a:gs pos="78000">
                      <a:srgbClr val="70AD47">
                        <a:tint val="90000"/>
                        <a:shade val="89000"/>
                        <a:satMod val="220000"/>
                      </a:srgbClr>
                    </a:gs>
                    <a:gs pos="100000">
                      <a:srgbClr val="70AD47">
                        <a:tint val="12000"/>
                        <a:satMod val="255000"/>
                      </a:srgbClr>
                    </a:gs>
                  </a:gsLst>
                  <a:lin ang="5400000"/>
                </a:gradFill>
                <a:effectLst>
                  <a:innerShdw blurRad="69850" dist="43180" dir="5400000">
                    <a:srgbClr val="000000">
                      <a:alpha val="65000"/>
                    </a:srgbClr>
                  </a:innerShdw>
                </a:effectLst>
                <a:latin typeface="Calibri"/>
                <a:ea typeface="+mn-ea"/>
                <a:cs typeface="+mn-cs"/>
              </a:rPr>
            </a:br>
            <a:endParaRPr lang="en-IN" dirty="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11904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756</TotalTime>
  <Words>2073</Words>
  <Application>Microsoft Office PowerPoint</Application>
  <PresentationFormat>Widescreen</PresentationFormat>
  <Paragraphs>153</Paragraphs>
  <Slides>20</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20</vt:i4>
      </vt:variant>
    </vt:vector>
  </HeadingPairs>
  <TitlesOfParts>
    <vt:vector size="29" baseType="lpstr">
      <vt:lpstr>Arial</vt:lpstr>
      <vt:lpstr>Calibri</vt:lpstr>
      <vt:lpstr>Calibri Light</vt:lpstr>
      <vt:lpstr>Courier New</vt:lpstr>
      <vt:lpstr>inherit</vt:lpstr>
      <vt:lpstr>Times New Roman</vt:lpstr>
      <vt:lpstr>Wingdings</vt:lpstr>
      <vt:lpstr>Office Theme</vt:lpstr>
      <vt:lpstr>1_Office Theme</vt:lpstr>
      <vt:lpstr>CREDIT CARD FRAUD DETECTION USING                            MACHINE LEARNING  Domain: Machine Learning</vt:lpstr>
      <vt:lpstr>ABSTRACT</vt:lpstr>
      <vt:lpstr>LITERATURE SURVEY</vt:lpstr>
      <vt:lpstr>INTRODUCTION</vt:lpstr>
      <vt:lpstr>EXISTING SYSTEM</vt:lpstr>
      <vt:lpstr>Disadvantages</vt:lpstr>
      <vt:lpstr>PROPOSED SYSTEM</vt:lpstr>
      <vt:lpstr>DATA FLOW DIAGRAM</vt:lpstr>
      <vt:lpstr>      MODULES</vt:lpstr>
      <vt:lpstr>2.Data Splitting</vt:lpstr>
      <vt:lpstr>Working:</vt:lpstr>
      <vt:lpstr>4.Training</vt:lpstr>
      <vt:lpstr>Advantages</vt:lpstr>
      <vt:lpstr>SYSTEM REQUIREMENTS</vt:lpstr>
      <vt:lpstr>OUTPUTS</vt:lpstr>
      <vt:lpstr> fig5.Amount details of fraudulent transaction                    fig6.details of valid transaction</vt:lpstr>
      <vt:lpstr>CONCLUSION</vt:lpstr>
      <vt:lpstr>FUTURE ENHANCEMENT</vt:lpstr>
      <vt:lpstr>REFERENCES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USING MACHINE LEARNIG </dc:title>
  <dc:creator/>
  <cp:lastModifiedBy>Naseela K T</cp:lastModifiedBy>
  <cp:revision>50</cp:revision>
  <dcterms:created xsi:type="dcterms:W3CDTF">2021-04-04T16:10:00Z</dcterms:created>
  <dcterms:modified xsi:type="dcterms:W3CDTF">2021-07-30T06:08:57Z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1033-11.2.0.10097</vt:lpwstr>
  </property>
</Properties>
</file>